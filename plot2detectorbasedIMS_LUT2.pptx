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852e41b-2494-46e8-a677-f2b4cac0a07f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b74b196e-271d-4b0d-945b-7e1ededa20a8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10.000000 dBm Output Power 1.75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105.123</a:t>
            </a:r>
          </a:p>
          <a:p>
            <a:pPr lvl="1"/>
            <a:r>
              <a:t>Sampler 2: 105.123</a:t>
            </a:r>
          </a:p>
          <a:p>
            <a:r>
              <a:t>Sampler Offset (rather than -1)</a:t>
            </a:r>
          </a:p>
          <a:p>
            <a:pPr lvl="1"/>
            <a:r>
              <a:t>-61.396445523007642</a:t>
            </a:r>
          </a:p>
          <a:p>
            <a:r>
              <a:t>Goodness Of fit </a:t>
            </a:r>
          </a:p>
          <a:p>
            <a:pPr lvl="1"/>
            <a:r>
              <a:t>0.031863705692589894</a:t>
            </a:r>
          </a:p>
          <a:p>
            <a:r>
              <a:t>Sampler 1 Range</a:t>
            </a:r>
          </a:p>
          <a:p>
            <a:pPr lvl="1"/>
            <a:r>
              <a:t>0.011522366000000006</a:t>
            </a:r>
          </a:p>
          <a:p>
            <a:r>
              <a:t>Sampler 2 Range</a:t>
            </a:r>
          </a:p>
          <a:p>
            <a:pPr lvl="1"/>
            <a:r>
              <a:t>0.010869391000000006</a:t>
            </a:r>
          </a:p>
          <a:p>
            <a:r>
              <a:t>DUT output dBm Mean</a:t>
            </a:r>
          </a:p>
          <a:p>
            <a:pPr lvl="1"/>
            <a:r>
              <a:t>9.9890529080691799</a:t>
            </a:r>
          </a:p>
          <a:p>
            <a:r>
              <a:t>DUT input dBm Mean</a:t>
            </a:r>
          </a:p>
          <a:p>
            <a:pPr lvl="1"/>
            <a:r>
              <a:t>10.507417188090209</a:t>
            </a:r>
          </a:p>
          <a:p>
            <a:r>
              <a:t>RMS Error </a:t>
            </a:r>
          </a:p>
          <a:p>
            <a:pPr lvl="1"/>
            <a:r>
              <a:t>0.043966866559922296</a:t>
            </a:r>
          </a:p>
          <a:p>
            <a:r>
              <a:t>Max Error </a:t>
            </a:r>
          </a:p>
          <a:p>
            <a:pPr lvl="1"/>
            <a:r>
              <a:t>0.071225878491407546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8.000000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161.753</a:t>
            </a:r>
          </a:p>
          <a:p>
            <a:pPr lvl="1"/>
            <a:r>
              <a:t>Sampler 2: 161.753</a:t>
            </a:r>
          </a:p>
          <a:p>
            <a:r>
              <a:t>Sampler Offset (rather than -1)</a:t>
            </a:r>
          </a:p>
          <a:p>
            <a:pPr lvl="1"/>
            <a:r>
              <a:t>-144.21601413985104</a:t>
            </a:r>
          </a:p>
          <a:p>
            <a:r>
              <a:t>Goodness Of fit </a:t>
            </a:r>
          </a:p>
          <a:p>
            <a:pPr lvl="1"/>
            <a:r>
              <a:t>0.025366009392946611</a:t>
            </a:r>
          </a:p>
          <a:p>
            <a:r>
              <a:t>Sampler 1 Range</a:t>
            </a:r>
          </a:p>
          <a:p>
            <a:pPr lvl="1"/>
            <a:r>
              <a:t>0.006488076999999981</a:t>
            </a:r>
          </a:p>
          <a:p>
            <a:r>
              <a:t>Sampler 2 Range</a:t>
            </a:r>
          </a:p>
          <a:p>
            <a:pPr lvl="1"/>
            <a:r>
              <a:t>0.00617542900000001</a:t>
            </a:r>
          </a:p>
          <a:p>
            <a:r>
              <a:t>DUT output dBm Mean</a:t>
            </a:r>
          </a:p>
          <a:p>
            <a:pPr lvl="1"/>
            <a:r>
              <a:t>7.9854290747358467</a:t>
            </a:r>
          </a:p>
          <a:p>
            <a:r>
              <a:t>DUT input dBm Mean</a:t>
            </a:r>
          </a:p>
          <a:p>
            <a:pPr lvl="1"/>
            <a:r>
              <a:t>8.5018435214235435</a:t>
            </a:r>
          </a:p>
          <a:p>
            <a:r>
              <a:t>RMS Error </a:t>
            </a:r>
          </a:p>
          <a:p>
            <a:pPr lvl="1"/>
            <a:r>
              <a:t>0.048706539466378963</a:t>
            </a:r>
          </a:p>
          <a:p>
            <a:r>
              <a:t>Max Error </a:t>
            </a:r>
          </a:p>
          <a:p>
            <a:pPr lvl="1"/>
            <a:r>
              <a:t>0.070424497062771999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