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5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54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9842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67732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Left Content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ight Content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0456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Left Text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Left Content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ight Text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Right Content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8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57050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4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28418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3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40339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3448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169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80285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5455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able"/>
          <p:cNvSpPr>
            <a:spLocks noGrp="1"/>
          </p:cNvSpPr>
          <p:nvPr>
            <p:ph type="tbl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25135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4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"/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44755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2C3F0B-2B7F-4782-B315-33E516447C25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6077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/>
          <a:p>
            <a:r>
              <a:t>Coupledline Compiled Data</a:t>
            </a:r>
          </a:p>
        </p:txBody>
      </p:sp>
      <p:sp>
        <p:nvSpPr>
          <p:cNvPr id="3" name="Subtitle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/>
          <a:p>
            <a:endParaRPr/>
          </a:p>
        </p:txBody>
      </p:sp>
      <p:sp>
        <p:nvSpPr>
          <p:cNvPr id="4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9842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Coupled Line Performance At 10.70 GHz, 16.000000 dBm Output Power 1.40 V mean sampler bias</a:t>
            </a:r>
          </a:p>
        </p:txBody>
      </p:sp>
      <p:pic>
        <p:nvPicPr>
          <p:cNvPr id="3" name="Left Content"/>
          <p:cNvPicPr>
            <a:picLocks noGrp="1" noChangeAspect="1"/>
          </p:cNvPicPr>
          <p:nvPr>
            <p:ph sz="half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616943"/>
            <a:ext cx="5181600" cy="2768701"/>
          </a:xfrm>
          <a:prstGeom prst="rect">
            <a:avLst/>
          </a:prstGeom>
        </p:spPr>
      </p:pic>
      <p:sp>
        <p:nvSpPr>
          <p:cNvPr id="4" name="Right Content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r>
              <a:t>Sampler Av </a:t>
            </a:r>
          </a:p>
          <a:p>
            <a:pPr lvl="1"/>
            <a:r>
              <a:t>Sampler 1: 25.592</a:t>
            </a:r>
          </a:p>
          <a:p>
            <a:pPr lvl="1"/>
            <a:r>
              <a:t>Sampler 2: 25.592</a:t>
            </a:r>
          </a:p>
          <a:p>
            <a:r>
              <a:t>Sampler Offset (rather than -1)</a:t>
            </a:r>
          </a:p>
          <a:p>
            <a:pPr lvl="1"/>
            <a:r>
              <a:t>-2.5624305998448818</a:t>
            </a:r>
          </a:p>
          <a:p>
            <a:r>
              <a:t>Goodness Of fit </a:t>
            </a:r>
          </a:p>
          <a:p>
            <a:pPr lvl="1"/>
            <a:r>
              <a:t>0.18192528890927073</a:t>
            </a:r>
          </a:p>
          <a:p>
            <a:r>
              <a:t>Sampler 1 Range</a:t>
            </a:r>
          </a:p>
          <a:p>
            <a:pPr lvl="1"/>
            <a:r>
              <a:t>0.0332663661</a:t>
            </a:r>
          </a:p>
          <a:p>
            <a:r>
              <a:t>Sampler 2 Range</a:t>
            </a:r>
          </a:p>
          <a:p>
            <a:pPr lvl="1"/>
            <a:r>
              <a:t>0.024208674899999998</a:t>
            </a:r>
          </a:p>
          <a:p>
            <a:r>
              <a:t>DUT output dBm Mean</a:t>
            </a:r>
          </a:p>
          <a:p>
            <a:pPr lvl="1"/>
            <a:r>
              <a:t>16.80374998449075</a:t>
            </a:r>
          </a:p>
          <a:p>
            <a:r>
              <a:t>DUT input dBm Mean</a:t>
            </a:r>
          </a:p>
          <a:p>
            <a:pPr lvl="1"/>
            <a:r>
              <a:t>5.4533120775904873</a:t>
            </a:r>
          </a:p>
          <a:p>
            <a:r>
              <a:t>RMS Error </a:t>
            </a:r>
          </a:p>
          <a:p>
            <a:pPr lvl="1"/>
            <a:r>
              <a:t>0.078415354498218653</a:t>
            </a:r>
          </a:p>
          <a:p>
            <a:r>
              <a:t>Max Error </a:t>
            </a:r>
          </a:p>
          <a:p>
            <a:pPr lvl="1"/>
            <a:r>
              <a:t>0.11268328162014984</a:t>
            </a:r>
          </a:p>
        </p:txBody>
      </p:sp>
      <p:sp>
        <p:nvSpPr>
          <p:cNvPr id="5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0456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Coupled Line Performance At 10.70 GHz, 16.000000 dBm Output Power 1.50 V mean sampler bias</a:t>
            </a:r>
          </a:p>
        </p:txBody>
      </p:sp>
      <p:pic>
        <p:nvPicPr>
          <p:cNvPr id="3" name="Left Content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058934"/>
            <a:ext cx="5181600" cy="3884719"/>
          </a:xfrm>
          <a:prstGeom prst="rect">
            <a:avLst/>
          </a:prstGeom>
        </p:spPr>
      </p:pic>
      <p:sp>
        <p:nvSpPr>
          <p:cNvPr id="4" name="Right Content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r>
              <a:t>Sampler Av </a:t>
            </a:r>
          </a:p>
          <a:p>
            <a:pPr lvl="1"/>
            <a:r>
              <a:t>Sampler 1: 27.090</a:t>
            </a:r>
          </a:p>
          <a:p>
            <a:pPr lvl="1"/>
            <a:r>
              <a:t>Sampler 2: 27.090</a:t>
            </a:r>
          </a:p>
          <a:p>
            <a:r>
              <a:t>Sampler Offset (rather than -1)</a:t>
            </a:r>
          </a:p>
          <a:p>
            <a:pPr lvl="1"/>
            <a:r>
              <a:t>-2.6223795361832725</a:t>
            </a:r>
          </a:p>
          <a:p>
            <a:r>
              <a:t>Goodness Of fit </a:t>
            </a:r>
          </a:p>
          <a:p>
            <a:pPr lvl="1"/>
            <a:r>
              <a:t>0.1661299016570143</a:t>
            </a:r>
          </a:p>
          <a:p>
            <a:r>
              <a:t>Sampler 1 Range</a:t>
            </a:r>
          </a:p>
          <a:p>
            <a:pPr lvl="1"/>
            <a:r>
              <a:t>0.0325594102</a:t>
            </a:r>
          </a:p>
          <a:p>
            <a:r>
              <a:t>Sampler 2 Range</a:t>
            </a:r>
          </a:p>
          <a:p>
            <a:pPr lvl="1"/>
            <a:r>
              <a:t>0.023717400199999999</a:t>
            </a:r>
          </a:p>
          <a:p>
            <a:r>
              <a:t>DUT output dBm Mean</a:t>
            </a:r>
          </a:p>
          <a:p>
            <a:pPr lvl="1"/>
            <a:r>
              <a:t>16.723610267824082</a:t>
            </a:r>
          </a:p>
          <a:p>
            <a:r>
              <a:t>DUT input dBm Mean</a:t>
            </a:r>
          </a:p>
          <a:p>
            <a:pPr lvl="1"/>
            <a:r>
              <a:t>5.2528030775904879</a:t>
            </a:r>
          </a:p>
          <a:p>
            <a:r>
              <a:t>RMS Error </a:t>
            </a:r>
          </a:p>
          <a:p>
            <a:pPr lvl="1"/>
            <a:r>
              <a:t>0.076233262771743179</a:t>
            </a:r>
          </a:p>
          <a:p>
            <a:r>
              <a:t>Max Error </a:t>
            </a:r>
          </a:p>
          <a:p>
            <a:pPr lvl="1"/>
            <a:r>
              <a:t>0.10661689334502084</a:t>
            </a:r>
          </a:p>
        </p:txBody>
      </p:sp>
      <p:sp>
        <p:nvSpPr>
          <p:cNvPr id="5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0456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Coupled Line Performance At 10.70 GHz, 16.000000 dBm Output Power 1.60 V mean sampler bias</a:t>
            </a:r>
          </a:p>
        </p:txBody>
      </p:sp>
      <p:pic>
        <p:nvPicPr>
          <p:cNvPr id="3" name="Left Content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058934"/>
            <a:ext cx="5181600" cy="3884719"/>
          </a:xfrm>
          <a:prstGeom prst="rect">
            <a:avLst/>
          </a:prstGeom>
        </p:spPr>
      </p:pic>
      <p:sp>
        <p:nvSpPr>
          <p:cNvPr id="4" name="Right Content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r>
              <a:t>Sampler Av </a:t>
            </a:r>
          </a:p>
          <a:p>
            <a:pPr lvl="1"/>
            <a:r>
              <a:t>Sampler 1: 30.244</a:t>
            </a:r>
          </a:p>
          <a:p>
            <a:pPr lvl="1"/>
            <a:r>
              <a:t>Sampler 2: 30.244</a:t>
            </a:r>
          </a:p>
          <a:p>
            <a:r>
              <a:t>Sampler Offset (rather than -1)</a:t>
            </a:r>
          </a:p>
          <a:p>
            <a:pPr lvl="1"/>
            <a:r>
              <a:t>-2.8982236460560373</a:t>
            </a:r>
          </a:p>
          <a:p>
            <a:r>
              <a:t>Goodness Of fit </a:t>
            </a:r>
          </a:p>
          <a:p>
            <a:pPr lvl="1"/>
            <a:r>
              <a:t>0.13726480564411181</a:t>
            </a:r>
          </a:p>
          <a:p>
            <a:r>
              <a:t>Sampler 1 Range</a:t>
            </a:r>
          </a:p>
          <a:p>
            <a:pPr lvl="1"/>
            <a:r>
              <a:t>0.0322563778</a:t>
            </a:r>
          </a:p>
          <a:p>
            <a:r>
              <a:t>Sampler 2 Range</a:t>
            </a:r>
          </a:p>
          <a:p>
            <a:pPr lvl="1"/>
            <a:r>
              <a:t>0.023383050400000001</a:t>
            </a:r>
          </a:p>
          <a:p>
            <a:r>
              <a:t>DUT output dBm Mean</a:t>
            </a:r>
          </a:p>
          <a:p>
            <a:pPr lvl="1"/>
            <a:r>
              <a:t>16.680004934490753</a:t>
            </a:r>
          </a:p>
          <a:p>
            <a:r>
              <a:t>DUT input dBm Mean</a:t>
            </a:r>
          </a:p>
          <a:p>
            <a:pPr lvl="1"/>
            <a:r>
              <a:t>5.1249169109238206</a:t>
            </a:r>
          </a:p>
          <a:p>
            <a:r>
              <a:t>RMS Error </a:t>
            </a:r>
          </a:p>
          <a:p>
            <a:pPr lvl="1"/>
            <a:r>
              <a:t>0.067756700687662458</a:t>
            </a:r>
          </a:p>
          <a:p>
            <a:r>
              <a:t>Max Error </a:t>
            </a:r>
          </a:p>
          <a:p>
            <a:pPr lvl="1"/>
            <a:r>
              <a:t>0.096008162829435251</a:t>
            </a:r>
          </a:p>
        </p:txBody>
      </p:sp>
      <p:sp>
        <p:nvSpPr>
          <p:cNvPr id="5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0456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Coupled Line Performance At 9.90 GHz, 14.000000 dBm Output Power 1.70 V mean sampler bias</a:t>
            </a:r>
          </a:p>
        </p:txBody>
      </p:sp>
      <p:pic>
        <p:nvPicPr>
          <p:cNvPr id="3" name="Left Content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058934"/>
            <a:ext cx="5181600" cy="3884719"/>
          </a:xfrm>
          <a:prstGeom prst="rect">
            <a:avLst/>
          </a:prstGeom>
        </p:spPr>
      </p:pic>
      <p:sp>
        <p:nvSpPr>
          <p:cNvPr id="4" name="Right Content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r>
              <a:t>Sampler Av </a:t>
            </a:r>
          </a:p>
          <a:p>
            <a:pPr lvl="1"/>
            <a:r>
              <a:t>Sampler 1: 32.440</a:t>
            </a:r>
          </a:p>
          <a:p>
            <a:pPr lvl="1"/>
            <a:r>
              <a:t>Sampler 2: 32.440</a:t>
            </a:r>
          </a:p>
          <a:p>
            <a:r>
              <a:t>Sampler Offset (rather than -1)</a:t>
            </a:r>
          </a:p>
          <a:p>
            <a:pPr lvl="1"/>
            <a:r>
              <a:t>-2.5181876647965993</a:t>
            </a:r>
          </a:p>
          <a:p>
            <a:r>
              <a:t>Goodness Of fit </a:t>
            </a:r>
          </a:p>
          <a:p>
            <a:pPr lvl="1"/>
            <a:r>
              <a:t>0.56336908431535804</a:t>
            </a:r>
          </a:p>
          <a:p>
            <a:r>
              <a:t>Sampler 1 Range</a:t>
            </a:r>
          </a:p>
          <a:p>
            <a:pPr lvl="1"/>
            <a:r>
              <a:t>0.0189030634</a:t>
            </a:r>
          </a:p>
          <a:p>
            <a:r>
              <a:t>Sampler 2 Range</a:t>
            </a:r>
          </a:p>
          <a:p>
            <a:pPr lvl="1"/>
            <a:r>
              <a:t>0.013155521399999998</a:t>
            </a:r>
          </a:p>
          <a:p>
            <a:r>
              <a:t>DUT output dBm Mean</a:t>
            </a:r>
          </a:p>
          <a:p>
            <a:pPr lvl="1"/>
            <a:r>
              <a:t>14.071986289548843</a:t>
            </a:r>
          </a:p>
          <a:p>
            <a:r>
              <a:t>DUT input dBm Mean</a:t>
            </a:r>
          </a:p>
          <a:p>
            <a:pPr lvl="1"/>
            <a:r>
              <a:t>1.764670593329023</a:t>
            </a:r>
          </a:p>
          <a:p>
            <a:r>
              <a:t>RMS Error </a:t>
            </a:r>
          </a:p>
          <a:p>
            <a:pPr lvl="1"/>
            <a:r>
              <a:t>0.083871124606482397</a:t>
            </a:r>
          </a:p>
          <a:p>
            <a:r>
              <a:t>Max Error </a:t>
            </a:r>
          </a:p>
          <a:p>
            <a:pPr lvl="1"/>
            <a:r>
              <a:t>0.1693560343569947</a:t>
            </a:r>
          </a:p>
        </p:txBody>
      </p:sp>
      <p:sp>
        <p:nvSpPr>
          <p:cNvPr id="5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0456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Coupled Line Performance At 10.40 GHz, 14.000000 dBm Output Power 1.70 V mean sampler bias</a:t>
            </a:r>
          </a:p>
        </p:txBody>
      </p:sp>
      <p:pic>
        <p:nvPicPr>
          <p:cNvPr id="3" name="Left Content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058934"/>
            <a:ext cx="5181600" cy="3884719"/>
          </a:xfrm>
          <a:prstGeom prst="rect">
            <a:avLst/>
          </a:prstGeom>
        </p:spPr>
      </p:pic>
      <p:sp>
        <p:nvSpPr>
          <p:cNvPr id="4" name="Right Content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r>
              <a:t>Sampler Av </a:t>
            </a:r>
          </a:p>
          <a:p>
            <a:pPr lvl="1"/>
            <a:r>
              <a:t>Sampler 1: 47.832</a:t>
            </a:r>
          </a:p>
          <a:p>
            <a:pPr lvl="1"/>
            <a:r>
              <a:t>Sampler 2: 47.832</a:t>
            </a:r>
          </a:p>
          <a:p>
            <a:r>
              <a:t>Sampler Offset (rather than -1)</a:t>
            </a:r>
          </a:p>
          <a:p>
            <a:pPr lvl="1"/>
            <a:r>
              <a:t>-3.6033429554213043</a:t>
            </a:r>
          </a:p>
          <a:p>
            <a:r>
              <a:t>Goodness Of fit </a:t>
            </a:r>
          </a:p>
          <a:p>
            <a:pPr lvl="1"/>
            <a:r>
              <a:t>0.11418217253419516</a:t>
            </a:r>
          </a:p>
          <a:p>
            <a:r>
              <a:t>Sampler 1 Range</a:t>
            </a:r>
          </a:p>
          <a:p>
            <a:pPr lvl="1"/>
            <a:r>
              <a:t>0.019440630099999998</a:t>
            </a:r>
          </a:p>
          <a:p>
            <a:r>
              <a:t>Sampler 2 Range</a:t>
            </a:r>
          </a:p>
          <a:p>
            <a:pPr lvl="1"/>
            <a:r>
              <a:t>0.015446096199999999</a:t>
            </a:r>
          </a:p>
          <a:p>
            <a:r>
              <a:t>DUT output dBm Mean</a:t>
            </a:r>
          </a:p>
          <a:p>
            <a:pPr lvl="1"/>
            <a:r>
              <a:t>14.529755013156434</a:t>
            </a:r>
          </a:p>
          <a:p>
            <a:r>
              <a:t>DUT input dBm Mean</a:t>
            </a:r>
          </a:p>
          <a:p>
            <a:pPr lvl="1"/>
            <a:r>
              <a:t>2.7267958718169205</a:t>
            </a:r>
          </a:p>
          <a:p>
            <a:r>
              <a:t>RMS Error </a:t>
            </a:r>
          </a:p>
          <a:p>
            <a:pPr lvl="1"/>
            <a:r>
              <a:t>0.059800960740399839</a:t>
            </a:r>
          </a:p>
          <a:p>
            <a:r>
              <a:t>Max Error </a:t>
            </a:r>
          </a:p>
          <a:p>
            <a:pPr lvl="1"/>
            <a:r>
              <a:t>0.15080638537014482</a:t>
            </a:r>
          </a:p>
        </p:txBody>
      </p:sp>
      <p:sp>
        <p:nvSpPr>
          <p:cNvPr id="5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0456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Coupled Line Performance At 10.90 GHz, 14.000000 dBm Output Power 1.70 V mean sampler bias</a:t>
            </a:r>
          </a:p>
        </p:txBody>
      </p:sp>
      <p:pic>
        <p:nvPicPr>
          <p:cNvPr id="3" name="Left Content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058934"/>
            <a:ext cx="5181600" cy="3884719"/>
          </a:xfrm>
          <a:prstGeom prst="rect">
            <a:avLst/>
          </a:prstGeom>
        </p:spPr>
      </p:pic>
      <p:sp>
        <p:nvSpPr>
          <p:cNvPr id="4" name="Right Content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r>
              <a:t>Sampler Av </a:t>
            </a:r>
          </a:p>
          <a:p>
            <a:pPr lvl="1"/>
            <a:r>
              <a:t>Sampler 1: 27.096</a:t>
            </a:r>
          </a:p>
          <a:p>
            <a:pPr lvl="1"/>
            <a:r>
              <a:t>Sampler 2: 27.096</a:t>
            </a:r>
          </a:p>
          <a:p>
            <a:r>
              <a:t>Sampler Offset (rather than -1)</a:t>
            </a:r>
          </a:p>
          <a:p>
            <a:pPr lvl="1"/>
            <a:r>
              <a:t>-2.2622707280294803</a:t>
            </a:r>
          </a:p>
          <a:p>
            <a:r>
              <a:t>Goodness Of fit </a:t>
            </a:r>
          </a:p>
          <a:p>
            <a:pPr lvl="1"/>
            <a:r>
              <a:t>0.66603035783970743</a:t>
            </a:r>
          </a:p>
          <a:p>
            <a:r>
              <a:t>Sampler 1 Range</a:t>
            </a:r>
          </a:p>
          <a:p>
            <a:pPr lvl="1"/>
            <a:r>
              <a:t>0.020461110299999998</a:t>
            </a:r>
          </a:p>
          <a:p>
            <a:r>
              <a:t>Sampler 2 Range</a:t>
            </a:r>
          </a:p>
          <a:p>
            <a:pPr lvl="1"/>
            <a:r>
              <a:t>0.014894121499999996</a:t>
            </a:r>
          </a:p>
          <a:p>
            <a:r>
              <a:t>DUT output dBm Mean</a:t>
            </a:r>
          </a:p>
          <a:p>
            <a:pPr lvl="1"/>
            <a:r>
              <a:t>14.360573502513626</a:t>
            </a:r>
          </a:p>
          <a:p>
            <a:r>
              <a:t>DUT input dBm Mean</a:t>
            </a:r>
          </a:p>
          <a:p>
            <a:pPr lvl="1"/>
            <a:r>
              <a:t>3.0357804103124315</a:t>
            </a:r>
          </a:p>
          <a:p>
            <a:r>
              <a:t>RMS Error </a:t>
            </a:r>
          </a:p>
          <a:p>
            <a:pPr lvl="1"/>
            <a:r>
              <a:t>0.08882993722522442</a:t>
            </a:r>
          </a:p>
          <a:p>
            <a:r>
              <a:t>Max Error </a:t>
            </a:r>
          </a:p>
          <a:p>
            <a:pPr lvl="1"/>
            <a:r>
              <a:t>0.16749059378353048</a:t>
            </a:r>
          </a:p>
        </p:txBody>
      </p:sp>
      <p:sp>
        <p:nvSpPr>
          <p:cNvPr id="5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0456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Coupled Line Performance At 10.40 GHz, 16.000000 dBm Output Power 1.70 V mean sampler bias</a:t>
            </a:r>
          </a:p>
        </p:txBody>
      </p:sp>
      <p:pic>
        <p:nvPicPr>
          <p:cNvPr id="3" name="Left Content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058934"/>
            <a:ext cx="5181600" cy="3884719"/>
          </a:xfrm>
          <a:prstGeom prst="rect">
            <a:avLst/>
          </a:prstGeom>
        </p:spPr>
      </p:pic>
      <p:sp>
        <p:nvSpPr>
          <p:cNvPr id="4" name="Right Content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r>
              <a:t>Sampler Av </a:t>
            </a:r>
          </a:p>
          <a:p>
            <a:pPr lvl="1"/>
            <a:r>
              <a:t>Sampler 1: 37.231</a:t>
            </a:r>
          </a:p>
          <a:p>
            <a:pPr lvl="1"/>
            <a:r>
              <a:t>Sampler 2: 37.231</a:t>
            </a:r>
          </a:p>
          <a:p>
            <a:r>
              <a:t>Sampler Offset (rather than -1)</a:t>
            </a:r>
          </a:p>
          <a:p>
            <a:pPr lvl="1"/>
            <a:r>
              <a:t>-3.1788284586407385</a:t>
            </a:r>
          </a:p>
          <a:p>
            <a:r>
              <a:t>Goodness Of fit </a:t>
            </a:r>
          </a:p>
          <a:p>
            <a:pPr lvl="1"/>
            <a:r>
              <a:t>0.12166907202065408</a:t>
            </a:r>
          </a:p>
          <a:p>
            <a:r>
              <a:t>Sampler 1 Range</a:t>
            </a:r>
          </a:p>
          <a:p>
            <a:pPr lvl="1"/>
            <a:r>
              <a:t>0.027417510100000004</a:t>
            </a:r>
          </a:p>
          <a:p>
            <a:r>
              <a:t>Sampler 2 Range</a:t>
            </a:r>
          </a:p>
          <a:p>
            <a:pPr lvl="1"/>
            <a:r>
              <a:t>0.0218747223</a:t>
            </a:r>
          </a:p>
          <a:p>
            <a:r>
              <a:t>DUT output dBm Mean</a:t>
            </a:r>
          </a:p>
          <a:p>
            <a:pPr lvl="1"/>
            <a:r>
              <a:t>16.114601790934213</a:t>
            </a:r>
          </a:p>
          <a:p>
            <a:r>
              <a:t>DUT input dBm Mean</a:t>
            </a:r>
          </a:p>
          <a:p>
            <a:pPr lvl="1"/>
            <a:r>
              <a:t>4.332699205150254</a:t>
            </a:r>
          </a:p>
          <a:p>
            <a:r>
              <a:t>RMS Error </a:t>
            </a:r>
          </a:p>
          <a:p>
            <a:pPr lvl="1"/>
            <a:r>
              <a:t>0.04562146133207174</a:t>
            </a:r>
          </a:p>
          <a:p>
            <a:r>
              <a:t>Max Error </a:t>
            </a:r>
          </a:p>
          <a:p>
            <a:pPr lvl="1"/>
            <a:r>
              <a:t>0.08472370318792688</a:t>
            </a:r>
          </a:p>
        </p:txBody>
      </p:sp>
      <p:sp>
        <p:nvSpPr>
          <p:cNvPr id="5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0456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Coupled Line Performance At 10.70 GHz, 16.000000 dBm Output Power 1.70 V mean sampler bias</a:t>
            </a:r>
          </a:p>
        </p:txBody>
      </p:sp>
      <p:pic>
        <p:nvPicPr>
          <p:cNvPr id="3" name="Left Content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058934"/>
            <a:ext cx="5181600" cy="3884719"/>
          </a:xfrm>
          <a:prstGeom prst="rect">
            <a:avLst/>
          </a:prstGeom>
        </p:spPr>
      </p:pic>
      <p:sp>
        <p:nvSpPr>
          <p:cNvPr id="4" name="Right Content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r>
              <a:t>Sampler Av </a:t>
            </a:r>
          </a:p>
          <a:p>
            <a:pPr lvl="1"/>
            <a:r>
              <a:t>Sampler 1: 31.670</a:t>
            </a:r>
          </a:p>
          <a:p>
            <a:pPr lvl="1"/>
            <a:r>
              <a:t>Sampler 2: 31.670</a:t>
            </a:r>
          </a:p>
          <a:p>
            <a:r>
              <a:t>Sampler Offset (rather than -1)</a:t>
            </a:r>
          </a:p>
          <a:p>
            <a:pPr lvl="1"/>
            <a:r>
              <a:t>-3.0357092716362288</a:t>
            </a:r>
          </a:p>
          <a:p>
            <a:r>
              <a:t>Goodness Of fit </a:t>
            </a:r>
          </a:p>
          <a:p>
            <a:pPr lvl="1"/>
            <a:r>
              <a:t>0.098059182482942764</a:t>
            </a:r>
          </a:p>
          <a:p>
            <a:r>
              <a:t>Sampler 1 Range</a:t>
            </a:r>
          </a:p>
          <a:p>
            <a:pPr lvl="1"/>
            <a:r>
              <a:t>0.032770451300000003</a:t>
            </a:r>
          </a:p>
          <a:p>
            <a:r>
              <a:t>Sampler 2 Range</a:t>
            </a:r>
          </a:p>
          <a:p>
            <a:pPr lvl="1"/>
            <a:r>
              <a:t>0.022969365299999999</a:t>
            </a:r>
          </a:p>
          <a:p>
            <a:r>
              <a:t>DUT output dBm Mean</a:t>
            </a:r>
          </a:p>
          <a:p>
            <a:pPr lvl="1"/>
            <a:r>
              <a:t>16.666860184490751</a:t>
            </a:r>
          </a:p>
          <a:p>
            <a:r>
              <a:t>DUT input dBm Mean</a:t>
            </a:r>
          </a:p>
          <a:p>
            <a:pPr lvl="1"/>
            <a:r>
              <a:t>5.1823639109238213</a:t>
            </a:r>
          </a:p>
          <a:p>
            <a:r>
              <a:t>RMS Error </a:t>
            </a:r>
          </a:p>
          <a:p>
            <a:pPr lvl="1"/>
            <a:r>
              <a:t>0.055514560987310252</a:t>
            </a:r>
          </a:p>
          <a:p>
            <a:r>
              <a:t>Max Error </a:t>
            </a:r>
          </a:p>
          <a:p>
            <a:pPr lvl="1"/>
            <a:r>
              <a:t>0.07950873743701628</a:t>
            </a:r>
          </a:p>
        </p:txBody>
      </p:sp>
      <p:sp>
        <p:nvSpPr>
          <p:cNvPr id="5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0456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Coupled Line Performance At 10.40 GHz, 18.000000 dBm Output Power 1.70 V mean sampler bias</a:t>
            </a:r>
          </a:p>
        </p:txBody>
      </p:sp>
      <p:pic>
        <p:nvPicPr>
          <p:cNvPr id="3" name="Left Content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058934"/>
            <a:ext cx="5181600" cy="3884719"/>
          </a:xfrm>
          <a:prstGeom prst="rect">
            <a:avLst/>
          </a:prstGeom>
        </p:spPr>
      </p:pic>
      <p:sp>
        <p:nvSpPr>
          <p:cNvPr id="4" name="Right Content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r>
              <a:t>Sampler Av </a:t>
            </a:r>
          </a:p>
          <a:p>
            <a:pPr lvl="1"/>
            <a:r>
              <a:t>Sampler 1: 23.584</a:t>
            </a:r>
          </a:p>
          <a:p>
            <a:pPr lvl="1"/>
            <a:r>
              <a:t>Sampler 2: 23.584</a:t>
            </a:r>
          </a:p>
          <a:p>
            <a:r>
              <a:t>Sampler Offset (rather than -1)</a:t>
            </a:r>
          </a:p>
          <a:p>
            <a:pPr lvl="1"/>
            <a:r>
              <a:t>-2.3928734489291998</a:t>
            </a:r>
          </a:p>
          <a:p>
            <a:r>
              <a:t>Goodness Of fit </a:t>
            </a:r>
          </a:p>
          <a:p>
            <a:pPr lvl="1"/>
            <a:r>
              <a:t>0.27473500064506945</a:t>
            </a:r>
          </a:p>
          <a:p>
            <a:r>
              <a:t>Sampler 1 Range</a:t>
            </a:r>
          </a:p>
          <a:p>
            <a:pPr lvl="1"/>
            <a:r>
              <a:t>0.040079704699999996</a:t>
            </a:r>
          </a:p>
          <a:p>
            <a:r>
              <a:t>Sampler 2 Range</a:t>
            </a:r>
          </a:p>
          <a:p>
            <a:pPr lvl="1"/>
            <a:r>
              <a:t>0.031522902899999997</a:t>
            </a:r>
          </a:p>
          <a:p>
            <a:r>
              <a:t>DUT output dBm Mean</a:t>
            </a:r>
          </a:p>
          <a:p>
            <a:pPr lvl="1"/>
            <a:r>
              <a:t>18.017481518711993</a:t>
            </a:r>
          </a:p>
          <a:p>
            <a:r>
              <a:t>DUT input dBm Mean</a:t>
            </a:r>
          </a:p>
          <a:p>
            <a:pPr lvl="1"/>
            <a:r>
              <a:t>6.2666640940391414</a:t>
            </a:r>
          </a:p>
          <a:p>
            <a:r>
              <a:t>RMS Error </a:t>
            </a:r>
          </a:p>
          <a:p>
            <a:pPr lvl="1"/>
            <a:r>
              <a:t>0.063969777234923697</a:t>
            </a:r>
          </a:p>
          <a:p>
            <a:r>
              <a:t>Max Error </a:t>
            </a:r>
          </a:p>
          <a:p>
            <a:pPr lvl="1"/>
            <a:r>
              <a:t>0.1450302817480455</a:t>
            </a:r>
          </a:p>
        </p:txBody>
      </p:sp>
      <p:sp>
        <p:nvSpPr>
          <p:cNvPr id="5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0456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Coupled Line Performance At 10.90 GHz, 18.000000 dBm Output Power 1.70 V mean sampler bias</a:t>
            </a:r>
          </a:p>
        </p:txBody>
      </p:sp>
      <p:pic>
        <p:nvPicPr>
          <p:cNvPr id="3" name="Left Content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058934"/>
            <a:ext cx="5181600" cy="3884719"/>
          </a:xfrm>
          <a:prstGeom prst="rect">
            <a:avLst/>
          </a:prstGeom>
        </p:spPr>
      </p:pic>
      <p:sp>
        <p:nvSpPr>
          <p:cNvPr id="4" name="Right Content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r>
              <a:t>Sampler Av </a:t>
            </a:r>
          </a:p>
          <a:p>
            <a:pPr lvl="1"/>
            <a:r>
              <a:t>Sampler 1: 17.811</a:t>
            </a:r>
          </a:p>
          <a:p>
            <a:pPr lvl="1"/>
            <a:r>
              <a:t>Sampler 2: 17.811</a:t>
            </a:r>
          </a:p>
          <a:p>
            <a:r>
              <a:t>Sampler Offset (rather than -1)</a:t>
            </a:r>
          </a:p>
          <a:p>
            <a:pPr lvl="1"/>
            <a:r>
              <a:t>-1.9842835306295978</a:t>
            </a:r>
          </a:p>
          <a:p>
            <a:r>
              <a:t>Goodness Of fit </a:t>
            </a:r>
          </a:p>
          <a:p>
            <a:pPr lvl="1"/>
            <a:r>
              <a:t>0.73279500086414773</a:t>
            </a:r>
          </a:p>
          <a:p>
            <a:r>
              <a:t>Sampler 1 Range</a:t>
            </a:r>
          </a:p>
          <a:p>
            <a:pPr lvl="1"/>
            <a:r>
              <a:t>0.041768086199999999</a:t>
            </a:r>
          </a:p>
          <a:p>
            <a:r>
              <a:t>Sampler 2 Range</a:t>
            </a:r>
          </a:p>
          <a:p>
            <a:pPr lvl="1"/>
            <a:r>
              <a:t>0.029136850300000003</a:t>
            </a:r>
          </a:p>
          <a:p>
            <a:r>
              <a:t>DUT output dBm Mean</a:t>
            </a:r>
          </a:p>
          <a:p>
            <a:pPr lvl="1"/>
            <a:r>
              <a:t>17.874309613624735</a:t>
            </a:r>
          </a:p>
          <a:p>
            <a:r>
              <a:t>DUT input dBm Mean</a:t>
            </a:r>
          </a:p>
          <a:p>
            <a:pPr lvl="1"/>
            <a:r>
              <a:t>6.6308082992013198</a:t>
            </a:r>
          </a:p>
          <a:p>
            <a:r>
              <a:t>RMS Error </a:t>
            </a:r>
          </a:p>
          <a:p>
            <a:pPr lvl="1"/>
            <a:r>
              <a:t>0.099492834475408395</a:t>
            </a:r>
          </a:p>
          <a:p>
            <a:r>
              <a:t>Max Error </a:t>
            </a:r>
          </a:p>
          <a:p>
            <a:pPr lvl="1"/>
            <a:r>
              <a:t>0.14426949148880719</a:t>
            </a:r>
          </a:p>
        </p:txBody>
      </p:sp>
      <p:sp>
        <p:nvSpPr>
          <p:cNvPr id="5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0456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Coupled Line Performance At 10.40 GHz, 22.000000 dBm Output Power 1.70 V mean sampler bias</a:t>
            </a:r>
          </a:p>
        </p:txBody>
      </p:sp>
      <p:pic>
        <p:nvPicPr>
          <p:cNvPr id="3" name="Left Content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058934"/>
            <a:ext cx="5181600" cy="3884719"/>
          </a:xfrm>
          <a:prstGeom prst="rect">
            <a:avLst/>
          </a:prstGeom>
        </p:spPr>
      </p:pic>
      <p:sp>
        <p:nvSpPr>
          <p:cNvPr id="4" name="Right Content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r>
              <a:t>Sampler Av </a:t>
            </a:r>
          </a:p>
          <a:p>
            <a:pPr lvl="1"/>
            <a:r>
              <a:t>Sampler 1: 8.376</a:t>
            </a:r>
          </a:p>
          <a:p>
            <a:pPr lvl="1"/>
            <a:r>
              <a:t>Sampler 2: 8.376</a:t>
            </a:r>
          </a:p>
          <a:p>
            <a:r>
              <a:t>Sampler Offset (rather than -1)</a:t>
            </a:r>
          </a:p>
          <a:p>
            <a:pPr lvl="1"/>
            <a:r>
              <a:t>-1.2680035125117011</a:t>
            </a:r>
          </a:p>
          <a:p>
            <a:r>
              <a:t>Goodness Of fit </a:t>
            </a:r>
          </a:p>
          <a:p>
            <a:pPr lvl="1"/>
            <a:r>
              <a:t>0.54897923894509704</a:t>
            </a:r>
          </a:p>
          <a:p>
            <a:r>
              <a:t>Sampler 1 Range</a:t>
            </a:r>
          </a:p>
          <a:p>
            <a:pPr lvl="1"/>
            <a:r>
              <a:t>0.08021814960000001</a:t>
            </a:r>
          </a:p>
          <a:p>
            <a:r>
              <a:t>Sampler 2 Range</a:t>
            </a:r>
          </a:p>
          <a:p>
            <a:pPr lvl="1"/>
            <a:r>
              <a:t>0.0619753392</a:t>
            </a:r>
          </a:p>
          <a:p>
            <a:r>
              <a:t>DUT output dBm Mean</a:t>
            </a:r>
          </a:p>
          <a:p>
            <a:pPr lvl="1"/>
            <a:r>
              <a:t>21.694345398939767</a:t>
            </a:r>
          </a:p>
          <a:p>
            <a:r>
              <a:t>DUT input dBm Mean</a:t>
            </a:r>
          </a:p>
          <a:p>
            <a:pPr lvl="1"/>
            <a:r>
              <a:t>10.430307594039142</a:t>
            </a:r>
          </a:p>
          <a:p>
            <a:r>
              <a:t>RMS Error </a:t>
            </a:r>
          </a:p>
          <a:p>
            <a:pPr lvl="1"/>
            <a:r>
              <a:t>0.089871870506923746</a:t>
            </a:r>
          </a:p>
          <a:p>
            <a:r>
              <a:t>Max Error </a:t>
            </a:r>
          </a:p>
          <a:p>
            <a:pPr lvl="1"/>
            <a:r>
              <a:t>0.17044481053776478</a:t>
            </a:r>
          </a:p>
        </p:txBody>
      </p:sp>
      <p:sp>
        <p:nvSpPr>
          <p:cNvPr id="5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0456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Coupled Line Performance At 10.90 GHz, 22.000000 dBm Output Power 1.70 V mean sampler bias</a:t>
            </a:r>
          </a:p>
        </p:txBody>
      </p:sp>
      <p:pic>
        <p:nvPicPr>
          <p:cNvPr id="3" name="Left Content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058934"/>
            <a:ext cx="5181600" cy="3884719"/>
          </a:xfrm>
          <a:prstGeom prst="rect">
            <a:avLst/>
          </a:prstGeom>
        </p:spPr>
      </p:pic>
      <p:sp>
        <p:nvSpPr>
          <p:cNvPr id="4" name="Right Content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r>
              <a:t>Sampler Av </a:t>
            </a:r>
          </a:p>
          <a:p>
            <a:pPr lvl="1"/>
            <a:r>
              <a:t>Sampler 1: 10.403</a:t>
            </a:r>
          </a:p>
          <a:p>
            <a:pPr lvl="1"/>
            <a:r>
              <a:t>Sampler 2: 10.403</a:t>
            </a:r>
          </a:p>
          <a:p>
            <a:r>
              <a:t>Sampler Offset (rather than -1)</a:t>
            </a:r>
          </a:p>
          <a:p>
            <a:pPr lvl="1"/>
            <a:r>
              <a:t>-1.8591334679395171</a:t>
            </a:r>
          </a:p>
          <a:p>
            <a:r>
              <a:t>Goodness Of fit </a:t>
            </a:r>
          </a:p>
          <a:p>
            <a:pPr lvl="1"/>
            <a:r>
              <a:t>0.50108040282059907</a:t>
            </a:r>
          </a:p>
          <a:p>
            <a:r>
              <a:t>Sampler 1 Range</a:t>
            </a:r>
          </a:p>
          <a:p>
            <a:pPr lvl="1"/>
            <a:r>
              <a:t>0.085715351999999995</a:t>
            </a:r>
          </a:p>
          <a:p>
            <a:r>
              <a:t>Sampler 2 Range</a:t>
            </a:r>
          </a:p>
          <a:p>
            <a:pPr lvl="1"/>
            <a:r>
              <a:t>0.056027664300000002</a:t>
            </a:r>
          </a:p>
          <a:p>
            <a:r>
              <a:t>DUT output dBm Mean</a:t>
            </a:r>
          </a:p>
          <a:p>
            <a:pPr lvl="1"/>
            <a:r>
              <a:t>21.617961743735847</a:t>
            </a:r>
          </a:p>
          <a:p>
            <a:r>
              <a:t>DUT input dBm Mean</a:t>
            </a:r>
          </a:p>
          <a:p>
            <a:pPr lvl="1"/>
            <a:r>
              <a:t>10.944901632534654</a:t>
            </a:r>
          </a:p>
          <a:p>
            <a:r>
              <a:t>RMS Error </a:t>
            </a:r>
          </a:p>
          <a:p>
            <a:pPr lvl="1"/>
            <a:r>
              <a:t>0.080629067169095764</a:t>
            </a:r>
          </a:p>
          <a:p>
            <a:r>
              <a:t>Max Error </a:t>
            </a:r>
          </a:p>
          <a:p>
            <a:pPr lvl="1"/>
            <a:r>
              <a:t>0.14921010803848994</a:t>
            </a:r>
          </a:p>
        </p:txBody>
      </p:sp>
      <p:sp>
        <p:nvSpPr>
          <p:cNvPr id="5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0456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Coupled Line Performance At 9.90 GHz, 14.000000 dBm Output Power 1.77 V mean sampler bias</a:t>
            </a:r>
          </a:p>
        </p:txBody>
      </p:sp>
      <p:pic>
        <p:nvPicPr>
          <p:cNvPr id="3" name="Left Content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058934"/>
            <a:ext cx="5181600" cy="3884719"/>
          </a:xfrm>
          <a:prstGeom prst="rect">
            <a:avLst/>
          </a:prstGeom>
        </p:spPr>
      </p:pic>
      <p:sp>
        <p:nvSpPr>
          <p:cNvPr id="4" name="Right Content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r>
              <a:t>Sampler Av </a:t>
            </a:r>
          </a:p>
          <a:p>
            <a:pPr lvl="1"/>
            <a:r>
              <a:t>Sampler 1: 31.548</a:t>
            </a:r>
          </a:p>
          <a:p>
            <a:pPr lvl="1"/>
            <a:r>
              <a:t>Sampler 2: 31.548</a:t>
            </a:r>
          </a:p>
          <a:p>
            <a:r>
              <a:t>Sampler Offset (rather than -1)</a:t>
            </a:r>
          </a:p>
          <a:p>
            <a:pPr lvl="1"/>
            <a:r>
              <a:t>-2.3773416481826053</a:t>
            </a:r>
          </a:p>
          <a:p>
            <a:r>
              <a:t>Goodness Of fit </a:t>
            </a:r>
          </a:p>
          <a:p>
            <a:pPr lvl="1"/>
            <a:r>
              <a:t>1.4229547043112198</a:t>
            </a:r>
          </a:p>
          <a:p>
            <a:r>
              <a:t>Sampler 1 Range</a:t>
            </a:r>
          </a:p>
          <a:p>
            <a:pPr lvl="1"/>
            <a:r>
              <a:t>0.018372291299999999</a:t>
            </a:r>
          </a:p>
          <a:p>
            <a:r>
              <a:t>Sampler 2 Range</a:t>
            </a:r>
          </a:p>
          <a:p>
            <a:pPr lvl="1"/>
            <a:r>
              <a:t>0.013032205799999998</a:t>
            </a:r>
          </a:p>
          <a:p>
            <a:r>
              <a:t>DUT output dBm Mean</a:t>
            </a:r>
          </a:p>
          <a:p>
            <a:pPr lvl="1"/>
            <a:r>
              <a:t>13.84012695621551</a:t>
            </a:r>
          </a:p>
          <a:p>
            <a:r>
              <a:t>DUT input dBm Mean</a:t>
            </a:r>
          </a:p>
          <a:p>
            <a:pPr lvl="1"/>
            <a:r>
              <a:t>1.6906239266623559</a:t>
            </a:r>
          </a:p>
          <a:p>
            <a:r>
              <a:t>RMS Error </a:t>
            </a:r>
          </a:p>
          <a:p>
            <a:pPr lvl="1"/>
            <a:r>
              <a:t>0.099852683451528618</a:t>
            </a:r>
          </a:p>
          <a:p>
            <a:r>
              <a:t>Max Error </a:t>
            </a:r>
          </a:p>
          <a:p>
            <a:pPr lvl="1"/>
            <a:r>
              <a:t>0.20019581798084563</a:t>
            </a:r>
          </a:p>
        </p:txBody>
      </p:sp>
      <p:sp>
        <p:nvSpPr>
          <p:cNvPr id="5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0456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Coupled Line Performance At 10.40 GHz, 14.000000 dBm Output Power 1.77 V mean sampler bias</a:t>
            </a:r>
          </a:p>
        </p:txBody>
      </p:sp>
      <p:pic>
        <p:nvPicPr>
          <p:cNvPr id="3" name="Left Content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058934"/>
            <a:ext cx="5181600" cy="3884719"/>
          </a:xfrm>
          <a:prstGeom prst="rect">
            <a:avLst/>
          </a:prstGeom>
        </p:spPr>
      </p:pic>
      <p:sp>
        <p:nvSpPr>
          <p:cNvPr id="4" name="Right Content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r>
              <a:t>Sampler Av </a:t>
            </a:r>
          </a:p>
          <a:p>
            <a:pPr lvl="1"/>
            <a:r>
              <a:t>Sampler 1: 46.838</a:t>
            </a:r>
          </a:p>
          <a:p>
            <a:pPr lvl="1"/>
            <a:r>
              <a:t>Sampler 2: 46.838</a:t>
            </a:r>
          </a:p>
          <a:p>
            <a:r>
              <a:t>Sampler Offset (rather than -1)</a:t>
            </a:r>
          </a:p>
          <a:p>
            <a:pPr lvl="1"/>
            <a:r>
              <a:t>-3.5531356503016904</a:t>
            </a:r>
          </a:p>
          <a:p>
            <a:r>
              <a:t>Goodness Of fit </a:t>
            </a:r>
          </a:p>
          <a:p>
            <a:pPr lvl="1"/>
            <a:r>
              <a:t>0.22892641562124239</a:t>
            </a:r>
          </a:p>
          <a:p>
            <a:r>
              <a:t>Sampler 1 Range</a:t>
            </a:r>
          </a:p>
          <a:p>
            <a:pPr lvl="1"/>
            <a:r>
              <a:t>0.020136884099999995</a:t>
            </a:r>
          </a:p>
          <a:p>
            <a:r>
              <a:t>Sampler 2 Range</a:t>
            </a:r>
          </a:p>
          <a:p>
            <a:pPr lvl="1"/>
            <a:r>
              <a:t>0.015745912000000001</a:t>
            </a:r>
          </a:p>
          <a:p>
            <a:r>
              <a:t>DUT output dBm Mean</a:t>
            </a:r>
          </a:p>
          <a:p>
            <a:pPr lvl="1"/>
            <a:r>
              <a:t>14.529609796489771</a:t>
            </a:r>
          </a:p>
          <a:p>
            <a:r>
              <a:t>DUT input dBm Mean</a:t>
            </a:r>
          </a:p>
          <a:p>
            <a:pPr lvl="1"/>
            <a:r>
              <a:t>2.9089016773724761</a:t>
            </a:r>
          </a:p>
          <a:p>
            <a:r>
              <a:t>RMS Error </a:t>
            </a:r>
          </a:p>
          <a:p>
            <a:pPr lvl="1"/>
            <a:r>
              <a:t>0.044177016387781563</a:t>
            </a:r>
          </a:p>
          <a:p>
            <a:r>
              <a:t>Max Error </a:t>
            </a:r>
          </a:p>
          <a:p>
            <a:pPr lvl="1"/>
            <a:r>
              <a:t>0.093374293485552429</a:t>
            </a:r>
          </a:p>
        </p:txBody>
      </p:sp>
      <p:sp>
        <p:nvSpPr>
          <p:cNvPr id="5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0456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Coupled Line Performance At 10.40 GHz, 16.000000 dBm Output Power 1.77 V mean sampler bias</a:t>
            </a:r>
          </a:p>
        </p:txBody>
      </p:sp>
      <p:pic>
        <p:nvPicPr>
          <p:cNvPr id="3" name="Left Content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058934"/>
            <a:ext cx="5181600" cy="3884719"/>
          </a:xfrm>
          <a:prstGeom prst="rect">
            <a:avLst/>
          </a:prstGeom>
        </p:spPr>
      </p:pic>
      <p:sp>
        <p:nvSpPr>
          <p:cNvPr id="4" name="Right Content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r>
              <a:t>Sampler Av </a:t>
            </a:r>
          </a:p>
          <a:p>
            <a:pPr lvl="1"/>
            <a:r>
              <a:t>Sampler 1: 31.518</a:t>
            </a:r>
          </a:p>
          <a:p>
            <a:pPr lvl="1"/>
            <a:r>
              <a:t>Sampler 2: 31.518</a:t>
            </a:r>
          </a:p>
          <a:p>
            <a:r>
              <a:t>Sampler Offset (rather than -1)</a:t>
            </a:r>
          </a:p>
          <a:p>
            <a:pPr lvl="1"/>
            <a:r>
              <a:t>-2.6762271256329648</a:t>
            </a:r>
          </a:p>
          <a:p>
            <a:r>
              <a:t>Goodness Of fit </a:t>
            </a:r>
          </a:p>
          <a:p>
            <a:pPr lvl="1"/>
            <a:r>
              <a:t>0.58480866554855782</a:t>
            </a:r>
          </a:p>
          <a:p>
            <a:r>
              <a:t>Sampler 1 Range</a:t>
            </a:r>
          </a:p>
          <a:p>
            <a:pPr lvl="1"/>
            <a:r>
              <a:t>0.027675748700000002</a:t>
            </a:r>
          </a:p>
          <a:p>
            <a:r>
              <a:t>Sampler 2 Range</a:t>
            </a:r>
          </a:p>
          <a:p>
            <a:pPr lvl="1"/>
            <a:r>
              <a:t>0.021501774100000003</a:t>
            </a:r>
          </a:p>
          <a:p>
            <a:r>
              <a:t>DUT output dBm Mean</a:t>
            </a:r>
          </a:p>
          <a:p>
            <a:pPr lvl="1"/>
            <a:r>
              <a:t>15.989574165934217</a:t>
            </a:r>
          </a:p>
          <a:p>
            <a:r>
              <a:t>DUT input dBm Mean</a:t>
            </a:r>
          </a:p>
          <a:p>
            <a:pPr lvl="1"/>
            <a:r>
              <a:t>4.4244458440391421</a:t>
            </a:r>
          </a:p>
          <a:p>
            <a:r>
              <a:t>RMS Error </a:t>
            </a:r>
          </a:p>
          <a:p>
            <a:pPr lvl="1"/>
            <a:r>
              <a:t>0.071234203917795419</a:t>
            </a:r>
          </a:p>
          <a:p>
            <a:r>
              <a:t>Max Error </a:t>
            </a:r>
          </a:p>
          <a:p>
            <a:pPr lvl="1"/>
            <a:r>
              <a:t>0.14593820159188597</a:t>
            </a:r>
          </a:p>
        </p:txBody>
      </p:sp>
      <p:sp>
        <p:nvSpPr>
          <p:cNvPr id="5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0456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Coupled Line Performance At 10.70 GHz, 16.000000 dBm Output Power 1.80 V mean sampler bias</a:t>
            </a:r>
          </a:p>
        </p:txBody>
      </p:sp>
      <p:pic>
        <p:nvPicPr>
          <p:cNvPr id="3" name="Left Content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058934"/>
            <a:ext cx="5181600" cy="3884719"/>
          </a:xfrm>
          <a:prstGeom prst="rect">
            <a:avLst/>
          </a:prstGeom>
        </p:spPr>
      </p:pic>
      <p:sp>
        <p:nvSpPr>
          <p:cNvPr id="4" name="Right Content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r>
              <a:t>Sampler Av </a:t>
            </a:r>
          </a:p>
          <a:p>
            <a:pPr lvl="1"/>
            <a:r>
              <a:t>Sampler 1: 32.802</a:t>
            </a:r>
          </a:p>
          <a:p>
            <a:pPr lvl="1"/>
            <a:r>
              <a:t>Sampler 2: 32.802</a:t>
            </a:r>
          </a:p>
          <a:p>
            <a:r>
              <a:t>Sampler Offset (rather than -1)</a:t>
            </a:r>
          </a:p>
          <a:p>
            <a:pPr lvl="1"/>
            <a:r>
              <a:t>-3.2308358406267006</a:t>
            </a:r>
          </a:p>
          <a:p>
            <a:r>
              <a:t>Goodness Of fit </a:t>
            </a:r>
          </a:p>
          <a:p>
            <a:pPr lvl="1"/>
            <a:r>
              <a:t>0.070913582150696139</a:t>
            </a:r>
          </a:p>
          <a:p>
            <a:r>
              <a:t>Sampler 1 Range</a:t>
            </a:r>
          </a:p>
          <a:p>
            <a:pPr lvl="1"/>
            <a:r>
              <a:t>0.034000380999999996</a:t>
            </a:r>
          </a:p>
          <a:p>
            <a:r>
              <a:t>Sampler 2 Range</a:t>
            </a:r>
          </a:p>
          <a:p>
            <a:pPr lvl="1"/>
            <a:r>
              <a:t>0.0221460856</a:t>
            </a:r>
          </a:p>
          <a:p>
            <a:r>
              <a:t>DUT output dBm Mean</a:t>
            </a:r>
          </a:p>
          <a:p>
            <a:pPr lvl="1"/>
            <a:r>
              <a:t>16.684218101157416</a:t>
            </a:r>
          </a:p>
          <a:p>
            <a:r>
              <a:t>DUT input dBm Mean</a:t>
            </a:r>
          </a:p>
          <a:p>
            <a:pPr lvl="1"/>
            <a:r>
              <a:t>5.599995410923821</a:t>
            </a:r>
          </a:p>
          <a:p>
            <a:r>
              <a:t>RMS Error </a:t>
            </a:r>
          </a:p>
          <a:p>
            <a:pPr lvl="1"/>
            <a:r>
              <a:t>0.049602722406662907</a:t>
            </a:r>
          </a:p>
          <a:p>
            <a:r>
              <a:t>Max Error </a:t>
            </a:r>
          </a:p>
          <a:p>
            <a:pPr lvl="1"/>
            <a:r>
              <a:t>0.1105764902014033</a:t>
            </a:r>
          </a:p>
        </p:txBody>
      </p:sp>
      <p:sp>
        <p:nvSpPr>
          <p:cNvPr id="5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0456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Coupled Line Performance At 10.40 GHz, 18.000000 dBm Output Power 1.77 V mean sampler bias</a:t>
            </a:r>
          </a:p>
        </p:txBody>
      </p:sp>
      <p:pic>
        <p:nvPicPr>
          <p:cNvPr id="3" name="Left Content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058934"/>
            <a:ext cx="5181600" cy="3884719"/>
          </a:xfrm>
          <a:prstGeom prst="rect">
            <a:avLst/>
          </a:prstGeom>
        </p:spPr>
      </p:pic>
      <p:sp>
        <p:nvSpPr>
          <p:cNvPr id="4" name="Right Content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r>
              <a:t>Sampler Av </a:t>
            </a:r>
          </a:p>
          <a:p>
            <a:pPr lvl="1"/>
            <a:r>
              <a:t>Sampler 1: 19.096</a:t>
            </a:r>
          </a:p>
          <a:p>
            <a:pPr lvl="1"/>
            <a:r>
              <a:t>Sampler 2: 19.096</a:t>
            </a:r>
          </a:p>
          <a:p>
            <a:r>
              <a:t>Sampler Offset (rather than -1)</a:t>
            </a:r>
          </a:p>
          <a:p>
            <a:pPr lvl="1"/>
            <a:r>
              <a:t>-1.8964122598364916</a:t>
            </a:r>
          </a:p>
          <a:p>
            <a:r>
              <a:t>Goodness Of fit </a:t>
            </a:r>
          </a:p>
          <a:p>
            <a:pPr lvl="1"/>
            <a:r>
              <a:t>0.9162571254149996</a:t>
            </a:r>
          </a:p>
          <a:p>
            <a:r>
              <a:t>Sampler 1 Range</a:t>
            </a:r>
          </a:p>
          <a:p>
            <a:pPr lvl="1"/>
            <a:r>
              <a:t>0.040225075100000007</a:t>
            </a:r>
          </a:p>
          <a:p>
            <a:r>
              <a:t>Sampler 2 Range</a:t>
            </a:r>
          </a:p>
          <a:p>
            <a:pPr lvl="1"/>
            <a:r>
              <a:t>0.031197561400000001</a:t>
            </a:r>
          </a:p>
          <a:p>
            <a:r>
              <a:t>DUT output dBm Mean</a:t>
            </a:r>
          </a:p>
          <a:p>
            <a:pPr lvl="1"/>
            <a:r>
              <a:t>17.792676329823102</a:t>
            </a:r>
          </a:p>
          <a:p>
            <a:r>
              <a:t>DUT input dBm Mean</a:t>
            </a:r>
          </a:p>
          <a:p>
            <a:pPr lvl="1"/>
            <a:r>
              <a:t>6.375689094039144</a:t>
            </a:r>
          </a:p>
          <a:p>
            <a:r>
              <a:t>RMS Error </a:t>
            </a:r>
          </a:p>
          <a:p>
            <a:pPr lvl="1"/>
            <a:r>
              <a:t>0.083354211210125914</a:t>
            </a:r>
          </a:p>
          <a:p>
            <a:r>
              <a:t>Max Error </a:t>
            </a:r>
          </a:p>
          <a:p>
            <a:pPr lvl="1"/>
            <a:r>
              <a:t>0.17080198481914682</a:t>
            </a:r>
          </a:p>
        </p:txBody>
      </p:sp>
      <p:sp>
        <p:nvSpPr>
          <p:cNvPr id="5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0456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Coupled Line Performance At 10.90 GHz, 18.000000 dBm Output Power 1.77 V mean sampler bias</a:t>
            </a:r>
          </a:p>
        </p:txBody>
      </p:sp>
      <p:pic>
        <p:nvPicPr>
          <p:cNvPr id="3" name="Left Content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058934"/>
            <a:ext cx="5181600" cy="3884719"/>
          </a:xfrm>
          <a:prstGeom prst="rect">
            <a:avLst/>
          </a:prstGeom>
        </p:spPr>
      </p:pic>
      <p:sp>
        <p:nvSpPr>
          <p:cNvPr id="4" name="Right Content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r>
              <a:t>Sampler Av </a:t>
            </a:r>
          </a:p>
          <a:p>
            <a:pPr lvl="1"/>
            <a:r>
              <a:t>Sampler 1: 16.611</a:t>
            </a:r>
          </a:p>
          <a:p>
            <a:pPr lvl="1"/>
            <a:r>
              <a:t>Sampler 2: 16.611</a:t>
            </a:r>
          </a:p>
          <a:p>
            <a:r>
              <a:t>Sampler Offset (rather than -1)</a:t>
            </a:r>
          </a:p>
          <a:p>
            <a:pPr lvl="1"/>
            <a:r>
              <a:t>-1.9022255546420104</a:t>
            </a:r>
          </a:p>
          <a:p>
            <a:r>
              <a:t>Goodness Of fit </a:t>
            </a:r>
          </a:p>
          <a:p>
            <a:pPr lvl="1"/>
            <a:r>
              <a:t>1.4060601205559262</a:t>
            </a:r>
          </a:p>
          <a:p>
            <a:r>
              <a:t>Sampler 1 Range</a:t>
            </a:r>
          </a:p>
          <a:p>
            <a:pPr lvl="1"/>
            <a:r>
              <a:t>0.043444404800000003</a:t>
            </a:r>
          </a:p>
          <a:p>
            <a:r>
              <a:t>Sampler 2 Range</a:t>
            </a:r>
          </a:p>
          <a:p>
            <a:pPr lvl="1"/>
            <a:r>
              <a:t>0.0290479607</a:t>
            </a:r>
          </a:p>
          <a:p>
            <a:r>
              <a:t>DUT output dBm Mean</a:t>
            </a:r>
          </a:p>
          <a:p>
            <a:pPr lvl="1"/>
            <a:r>
              <a:t>17.837158780291404</a:t>
            </a:r>
          </a:p>
          <a:p>
            <a:r>
              <a:t>DUT input dBm Mean</a:t>
            </a:r>
          </a:p>
          <a:p>
            <a:pPr lvl="1"/>
            <a:r>
              <a:t>6.9965804380902101</a:t>
            </a:r>
          </a:p>
          <a:p>
            <a:r>
              <a:t>RMS Error </a:t>
            </a:r>
          </a:p>
          <a:p>
            <a:pPr lvl="1"/>
            <a:r>
              <a:t>0.096648832179898073</a:t>
            </a:r>
          </a:p>
          <a:p>
            <a:r>
              <a:t>Max Error </a:t>
            </a:r>
          </a:p>
          <a:p>
            <a:pPr lvl="1"/>
            <a:r>
              <a:t>0.15872556218161787</a:t>
            </a:r>
          </a:p>
        </p:txBody>
      </p:sp>
      <p:sp>
        <p:nvSpPr>
          <p:cNvPr id="5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0456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Coupled Line Performance At 10.40 GHz, 22.000000 dBm Output Power 1.77 V mean sampler bias</a:t>
            </a:r>
          </a:p>
        </p:txBody>
      </p:sp>
      <p:pic>
        <p:nvPicPr>
          <p:cNvPr id="3" name="Left Content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058934"/>
            <a:ext cx="5181600" cy="3884719"/>
          </a:xfrm>
          <a:prstGeom prst="rect">
            <a:avLst/>
          </a:prstGeom>
        </p:spPr>
      </p:pic>
      <p:sp>
        <p:nvSpPr>
          <p:cNvPr id="4" name="Right Content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r>
              <a:t>Sampler Av </a:t>
            </a:r>
          </a:p>
          <a:p>
            <a:pPr lvl="1"/>
            <a:r>
              <a:t>Sampler 1: 8.791</a:t>
            </a:r>
          </a:p>
          <a:p>
            <a:pPr lvl="1"/>
            <a:r>
              <a:t>Sampler 2: 8.791</a:t>
            </a:r>
          </a:p>
          <a:p>
            <a:r>
              <a:t>Sampler Offset (rather than -1)</a:t>
            </a:r>
          </a:p>
          <a:p>
            <a:pPr lvl="1"/>
            <a:r>
              <a:t>-1.3697072820338472</a:t>
            </a:r>
          </a:p>
          <a:p>
            <a:r>
              <a:t>Goodness Of fit </a:t>
            </a:r>
          </a:p>
          <a:p>
            <a:pPr lvl="1"/>
            <a:r>
              <a:t>0.89214488438766881</a:t>
            </a:r>
          </a:p>
          <a:p>
            <a:r>
              <a:t>Sampler 1 Range</a:t>
            </a:r>
          </a:p>
          <a:p>
            <a:pPr lvl="1"/>
            <a:r>
              <a:t>0.082151210100000011</a:t>
            </a:r>
          </a:p>
          <a:p>
            <a:r>
              <a:t>Sampler 2 Range</a:t>
            </a:r>
          </a:p>
          <a:p>
            <a:pPr lvl="1"/>
            <a:r>
              <a:t>0.060814083200000008</a:t>
            </a:r>
          </a:p>
          <a:p>
            <a:r>
              <a:t>DUT output dBm Mean</a:t>
            </a:r>
          </a:p>
          <a:p>
            <a:pPr lvl="1"/>
            <a:r>
              <a:t>21.697564827073109</a:t>
            </a:r>
          </a:p>
          <a:p>
            <a:r>
              <a:t>DUT input dBm Mean</a:t>
            </a:r>
          </a:p>
          <a:p>
            <a:pPr lvl="1"/>
            <a:r>
              <a:t>10.928830788483587</a:t>
            </a:r>
          </a:p>
          <a:p>
            <a:r>
              <a:t>RMS Error </a:t>
            </a:r>
          </a:p>
          <a:p>
            <a:pPr lvl="1"/>
            <a:r>
              <a:t>0.079682673737740184</a:t>
            </a:r>
          </a:p>
          <a:p>
            <a:r>
              <a:t>Max Error </a:t>
            </a:r>
          </a:p>
          <a:p>
            <a:pPr lvl="1"/>
            <a:r>
              <a:t>0.16100738308771245</a:t>
            </a:r>
          </a:p>
        </p:txBody>
      </p:sp>
      <p:sp>
        <p:nvSpPr>
          <p:cNvPr id="5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04564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Coupled Line Performance At 10.90 GHz, 22.000000 dBm Output Power 1.77 V mean sampler bias</a:t>
            </a:r>
          </a:p>
        </p:txBody>
      </p:sp>
      <p:pic>
        <p:nvPicPr>
          <p:cNvPr id="3" name="Left Content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058934"/>
            <a:ext cx="5181600" cy="3884719"/>
          </a:xfrm>
          <a:prstGeom prst="rect">
            <a:avLst/>
          </a:prstGeom>
        </p:spPr>
      </p:pic>
      <p:sp>
        <p:nvSpPr>
          <p:cNvPr id="4" name="Right Content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r>
              <a:t>Sampler Av </a:t>
            </a:r>
          </a:p>
          <a:p>
            <a:pPr lvl="1"/>
            <a:r>
              <a:t>Sampler 1: 9.137</a:t>
            </a:r>
          </a:p>
          <a:p>
            <a:pPr lvl="1"/>
            <a:r>
              <a:t>Sampler 2: 9.137</a:t>
            </a:r>
          </a:p>
          <a:p>
            <a:r>
              <a:t>Sampler Offset (rather than -1)</a:t>
            </a:r>
          </a:p>
          <a:p>
            <a:pPr lvl="1"/>
            <a:r>
              <a:t>-1.6619697393726161</a:t>
            </a:r>
          </a:p>
          <a:p>
            <a:r>
              <a:t>Goodness Of fit </a:t>
            </a:r>
          </a:p>
          <a:p>
            <a:pPr lvl="1"/>
            <a:r>
              <a:t>1.2543279474508462</a:t>
            </a:r>
          </a:p>
          <a:p>
            <a:r>
              <a:t>Sampler 1 Range</a:t>
            </a:r>
          </a:p>
          <a:p>
            <a:pPr lvl="1"/>
            <a:r>
              <a:t>0.088955911500000012</a:t>
            </a:r>
          </a:p>
          <a:p>
            <a:r>
              <a:t>Sampler 2 Range</a:t>
            </a:r>
          </a:p>
          <a:p>
            <a:pPr lvl="1"/>
            <a:r>
              <a:t>0.056268748700000003</a:t>
            </a:r>
          </a:p>
          <a:p>
            <a:r>
              <a:t>DUT output dBm Mean</a:t>
            </a:r>
          </a:p>
          <a:p>
            <a:pPr lvl="1"/>
            <a:r>
              <a:t>21.673568762193621</a:t>
            </a:r>
          </a:p>
          <a:p>
            <a:r>
              <a:t>DUT input dBm Mean</a:t>
            </a:r>
          </a:p>
          <a:p>
            <a:pPr lvl="1"/>
            <a:r>
              <a:t>11.503896771423541</a:t>
            </a:r>
          </a:p>
          <a:p>
            <a:r>
              <a:t>RMS Error </a:t>
            </a:r>
          </a:p>
          <a:p>
            <a:pPr lvl="1"/>
            <a:r>
              <a:t>0.091969431220868245</a:t>
            </a:r>
          </a:p>
          <a:p>
            <a:r>
              <a:t>Max Error </a:t>
            </a:r>
          </a:p>
          <a:p>
            <a:pPr lvl="1"/>
            <a:r>
              <a:t>0.19139914177291756</a:t>
            </a:r>
          </a:p>
        </p:txBody>
      </p:sp>
      <p:sp>
        <p:nvSpPr>
          <p:cNvPr id="5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0456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Coupled Line Performance At 10.40 GHz, 14.000000 dBm Output Power 1.85 V mean sampler bias</a:t>
            </a:r>
          </a:p>
        </p:txBody>
      </p:sp>
      <p:pic>
        <p:nvPicPr>
          <p:cNvPr id="3" name="Left Content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058934"/>
            <a:ext cx="5181600" cy="3884719"/>
          </a:xfrm>
          <a:prstGeom prst="rect">
            <a:avLst/>
          </a:prstGeom>
        </p:spPr>
      </p:pic>
      <p:sp>
        <p:nvSpPr>
          <p:cNvPr id="4" name="Right Content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r>
              <a:t>Sampler Av </a:t>
            </a:r>
          </a:p>
          <a:p>
            <a:pPr lvl="1"/>
            <a:r>
              <a:t>Sampler 1: 41.745</a:t>
            </a:r>
          </a:p>
          <a:p>
            <a:pPr lvl="1"/>
            <a:r>
              <a:t>Sampler 2: 41.745</a:t>
            </a:r>
          </a:p>
          <a:p>
            <a:r>
              <a:t>Sampler Offset (rather than -1)</a:t>
            </a:r>
          </a:p>
          <a:p>
            <a:pPr lvl="1"/>
            <a:r>
              <a:t>-3.2439945134707293</a:t>
            </a:r>
          </a:p>
          <a:p>
            <a:r>
              <a:t>Goodness Of fit </a:t>
            </a:r>
          </a:p>
          <a:p>
            <a:pPr lvl="1"/>
            <a:r>
              <a:t>0.1650461927329967</a:t>
            </a:r>
          </a:p>
          <a:p>
            <a:r>
              <a:t>Sampler 1 Range</a:t>
            </a:r>
          </a:p>
          <a:p>
            <a:pPr lvl="1"/>
            <a:r>
              <a:t>0.020744503600000002</a:t>
            </a:r>
          </a:p>
          <a:p>
            <a:r>
              <a:t>Sampler 2 Range</a:t>
            </a:r>
          </a:p>
          <a:p>
            <a:pPr lvl="1"/>
            <a:r>
              <a:t>0.015378494700000002</a:t>
            </a:r>
          </a:p>
          <a:p>
            <a:r>
              <a:t>DUT output dBm Mean</a:t>
            </a:r>
          </a:p>
          <a:p>
            <a:pPr lvl="1"/>
            <a:r>
              <a:t>14.649872457600878</a:t>
            </a:r>
          </a:p>
          <a:p>
            <a:r>
              <a:t>DUT input dBm Mean</a:t>
            </a:r>
          </a:p>
          <a:p>
            <a:pPr lvl="1"/>
            <a:r>
              <a:t>3.4157580940391421</a:t>
            </a:r>
          </a:p>
          <a:p>
            <a:r>
              <a:t>RMS Error </a:t>
            </a:r>
          </a:p>
          <a:p>
            <a:pPr lvl="1"/>
            <a:r>
              <a:t>0.049994672621389666</a:t>
            </a:r>
          </a:p>
          <a:p>
            <a:r>
              <a:t>Max Error </a:t>
            </a:r>
          </a:p>
          <a:p>
            <a:pPr lvl="1"/>
            <a:r>
              <a:t>0.11034997430660559</a:t>
            </a:r>
          </a:p>
        </p:txBody>
      </p:sp>
      <p:sp>
        <p:nvSpPr>
          <p:cNvPr id="5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04564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Coupled Line Performance At 10.90 GHz, 14.000000 dBm Output Power 1.85 V mean sampler bias</a:t>
            </a:r>
          </a:p>
        </p:txBody>
      </p:sp>
      <p:pic>
        <p:nvPicPr>
          <p:cNvPr id="3" name="Left Content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058934"/>
            <a:ext cx="5181600" cy="3884719"/>
          </a:xfrm>
          <a:prstGeom prst="rect">
            <a:avLst/>
          </a:prstGeom>
        </p:spPr>
      </p:pic>
      <p:sp>
        <p:nvSpPr>
          <p:cNvPr id="4" name="Right Content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r>
              <a:t>Sampler Av </a:t>
            </a:r>
          </a:p>
          <a:p>
            <a:pPr lvl="1"/>
            <a:r>
              <a:t>Sampler 1: 28.228</a:t>
            </a:r>
          </a:p>
          <a:p>
            <a:pPr lvl="1"/>
            <a:r>
              <a:t>Sampler 2: 28.228</a:t>
            </a:r>
          </a:p>
          <a:p>
            <a:r>
              <a:t>Sampler Offset (rather than -1)</a:t>
            </a:r>
          </a:p>
          <a:p>
            <a:pPr lvl="1"/>
            <a:r>
              <a:t>-2.4891315255996798</a:t>
            </a:r>
          </a:p>
          <a:p>
            <a:r>
              <a:t>Goodness Of fit </a:t>
            </a:r>
          </a:p>
          <a:p>
            <a:pPr lvl="1"/>
            <a:r>
              <a:t>0.660003025688364</a:t>
            </a:r>
          </a:p>
          <a:p>
            <a:r>
              <a:t>Sampler 1 Range</a:t>
            </a:r>
          </a:p>
          <a:p>
            <a:pPr lvl="1"/>
            <a:r>
              <a:t>0.0224571771</a:t>
            </a:r>
          </a:p>
          <a:p>
            <a:r>
              <a:t>Sampler 2 Range</a:t>
            </a:r>
          </a:p>
          <a:p>
            <a:pPr lvl="1"/>
            <a:r>
              <a:t>0.014915483700000003</a:t>
            </a:r>
          </a:p>
          <a:p>
            <a:r>
              <a:t>DUT output dBm Mean</a:t>
            </a:r>
          </a:p>
          <a:p>
            <a:pPr lvl="1"/>
            <a:r>
              <a:t>14.586091335846959</a:t>
            </a:r>
          </a:p>
          <a:p>
            <a:r>
              <a:t>DUT input dBm Mean</a:t>
            </a:r>
          </a:p>
          <a:p>
            <a:pPr lvl="1"/>
            <a:r>
              <a:t>3.9344367436457643</a:t>
            </a:r>
          </a:p>
          <a:p>
            <a:r>
              <a:t>RMS Error </a:t>
            </a:r>
          </a:p>
          <a:p>
            <a:pPr lvl="1"/>
            <a:r>
              <a:t>0.090198365164912753</a:t>
            </a:r>
          </a:p>
          <a:p>
            <a:r>
              <a:t>Max Error </a:t>
            </a:r>
          </a:p>
          <a:p>
            <a:pPr lvl="1"/>
            <a:r>
              <a:t>0.15376111990997798</a:t>
            </a:r>
          </a:p>
        </p:txBody>
      </p:sp>
      <p:sp>
        <p:nvSpPr>
          <p:cNvPr id="5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04564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Coupled Line Performance At 10.40 GHz, 16.000000 dBm Output Power 1.85 V mean sampler bias</a:t>
            </a:r>
          </a:p>
        </p:txBody>
      </p:sp>
      <p:pic>
        <p:nvPicPr>
          <p:cNvPr id="3" name="Left Content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058934"/>
            <a:ext cx="5181600" cy="3884719"/>
          </a:xfrm>
          <a:prstGeom prst="rect">
            <a:avLst/>
          </a:prstGeom>
        </p:spPr>
      </p:pic>
      <p:sp>
        <p:nvSpPr>
          <p:cNvPr id="4" name="Right Content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r>
              <a:t>Sampler Av </a:t>
            </a:r>
          </a:p>
          <a:p>
            <a:pPr lvl="1"/>
            <a:r>
              <a:t>Sampler 1: 31.332</a:t>
            </a:r>
          </a:p>
          <a:p>
            <a:pPr lvl="1"/>
            <a:r>
              <a:t>Sampler 2: 31.332</a:t>
            </a:r>
          </a:p>
          <a:p>
            <a:r>
              <a:t>Sampler Offset (rather than -1)</a:t>
            </a:r>
          </a:p>
          <a:p>
            <a:pPr lvl="1"/>
            <a:r>
              <a:t>-2.6533049644836337</a:t>
            </a:r>
          </a:p>
          <a:p>
            <a:r>
              <a:t>Goodness Of fit </a:t>
            </a:r>
          </a:p>
          <a:p>
            <a:pPr lvl="1"/>
            <a:r>
              <a:t>0.21816855086265718</a:t>
            </a:r>
          </a:p>
          <a:p>
            <a:r>
              <a:t>Sampler 1 Range</a:t>
            </a:r>
          </a:p>
          <a:p>
            <a:pPr lvl="1"/>
            <a:r>
              <a:t>0.0263670667</a:t>
            </a:r>
          </a:p>
          <a:p>
            <a:r>
              <a:t>Sampler 2 Range</a:t>
            </a:r>
          </a:p>
          <a:p>
            <a:pPr lvl="1"/>
            <a:r>
              <a:t>0.019313220499999999</a:t>
            </a:r>
          </a:p>
          <a:p>
            <a:r>
              <a:t>DUT output dBm Mean</a:t>
            </a:r>
          </a:p>
          <a:p>
            <a:pPr lvl="1"/>
            <a:r>
              <a:t>15.772175618711991</a:t>
            </a:r>
          </a:p>
          <a:p>
            <a:r>
              <a:t>DUT input dBm Mean</a:t>
            </a:r>
          </a:p>
          <a:p>
            <a:pPr lvl="1"/>
            <a:r>
              <a:t>4.6558474273724757</a:t>
            </a:r>
          </a:p>
          <a:p>
            <a:r>
              <a:t>RMS Error </a:t>
            </a:r>
          </a:p>
          <a:p>
            <a:pPr lvl="1"/>
            <a:r>
              <a:t>0.057381215923757146</a:t>
            </a:r>
          </a:p>
          <a:p>
            <a:r>
              <a:t>Max Error </a:t>
            </a:r>
          </a:p>
          <a:p>
            <a:pPr lvl="1"/>
            <a:r>
              <a:t>0.12610904364769893</a:t>
            </a:r>
          </a:p>
        </p:txBody>
      </p:sp>
      <p:sp>
        <p:nvSpPr>
          <p:cNvPr id="5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04564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Coupled Line Performance At 10.90 GHz, 16.000000 dBm Output Power 1.85 V mean sampler bias</a:t>
            </a:r>
          </a:p>
        </p:txBody>
      </p:sp>
      <p:pic>
        <p:nvPicPr>
          <p:cNvPr id="3" name="Left Content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058934"/>
            <a:ext cx="5181600" cy="3884719"/>
          </a:xfrm>
          <a:prstGeom prst="rect">
            <a:avLst/>
          </a:prstGeom>
        </p:spPr>
      </p:pic>
      <p:sp>
        <p:nvSpPr>
          <p:cNvPr id="4" name="Right Content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r>
              <a:t>Sampler Av </a:t>
            </a:r>
          </a:p>
          <a:p>
            <a:pPr lvl="1"/>
            <a:r>
              <a:t>Sampler 1: 22.944</a:t>
            </a:r>
          </a:p>
          <a:p>
            <a:pPr lvl="1"/>
            <a:r>
              <a:t>Sampler 2: 22.944</a:t>
            </a:r>
          </a:p>
          <a:p>
            <a:r>
              <a:t>Sampler Offset (rather than -1)</a:t>
            </a:r>
          </a:p>
          <a:p>
            <a:pPr lvl="1"/>
            <a:r>
              <a:t>-2.2414442629070046</a:t>
            </a:r>
          </a:p>
          <a:p>
            <a:r>
              <a:t>Goodness Of fit </a:t>
            </a:r>
          </a:p>
          <a:p>
            <a:pPr lvl="1"/>
            <a:r>
              <a:t>0.74008212756218494</a:t>
            </a:r>
          </a:p>
          <a:p>
            <a:r>
              <a:t>Sampler 1 Range</a:t>
            </a:r>
          </a:p>
          <a:p>
            <a:pPr lvl="1"/>
            <a:r>
              <a:t>0.029173036999999999</a:t>
            </a:r>
          </a:p>
          <a:p>
            <a:r>
              <a:t>Sampler 2 Range</a:t>
            </a:r>
          </a:p>
          <a:p>
            <a:pPr lvl="1"/>
            <a:r>
              <a:t>0.018748617100000003</a:t>
            </a:r>
          </a:p>
          <a:p>
            <a:r>
              <a:t>DUT output dBm Mean</a:t>
            </a:r>
          </a:p>
          <a:p>
            <a:pPr lvl="1"/>
            <a:r>
              <a:t>15.782175280291401</a:t>
            </a:r>
          </a:p>
          <a:p>
            <a:r>
              <a:t>DUT input dBm Mean</a:t>
            </a:r>
          </a:p>
          <a:p>
            <a:pPr lvl="1"/>
            <a:r>
              <a:t>5.2662730214235429</a:t>
            </a:r>
          </a:p>
          <a:p>
            <a:r>
              <a:t>RMS Error </a:t>
            </a:r>
          </a:p>
          <a:p>
            <a:pPr lvl="1"/>
            <a:r>
              <a:t>0.099686636955398686</a:t>
            </a:r>
          </a:p>
          <a:p>
            <a:r>
              <a:t>Max Error </a:t>
            </a:r>
          </a:p>
          <a:p>
            <a:pPr lvl="1"/>
            <a:r>
              <a:t>0.16068290396976298</a:t>
            </a:r>
          </a:p>
        </p:txBody>
      </p:sp>
      <p:sp>
        <p:nvSpPr>
          <p:cNvPr id="5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04564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Coupled Line Performance At 10.40 GHz, 18.000000 dBm Output Power 1.85 V mean sampler bias</a:t>
            </a:r>
          </a:p>
        </p:txBody>
      </p:sp>
      <p:pic>
        <p:nvPicPr>
          <p:cNvPr id="3" name="Left Content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058934"/>
            <a:ext cx="5181600" cy="3884719"/>
          </a:xfrm>
          <a:prstGeom prst="rect">
            <a:avLst/>
          </a:prstGeom>
        </p:spPr>
      </p:pic>
      <p:sp>
        <p:nvSpPr>
          <p:cNvPr id="4" name="Right Content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r>
              <a:t>Sampler Av </a:t>
            </a:r>
          </a:p>
          <a:p>
            <a:pPr lvl="1"/>
            <a:r>
              <a:t>Sampler 1: 21.670</a:t>
            </a:r>
          </a:p>
          <a:p>
            <a:pPr lvl="1"/>
            <a:r>
              <a:t>Sampler 2: 21.670</a:t>
            </a:r>
          </a:p>
          <a:p>
            <a:r>
              <a:t>Sampler Offset (rather than -1)</a:t>
            </a:r>
          </a:p>
          <a:p>
            <a:pPr lvl="1"/>
            <a:r>
              <a:t>-2.2089483741555527</a:t>
            </a:r>
          </a:p>
          <a:p>
            <a:r>
              <a:t>Goodness Of fit </a:t>
            </a:r>
          </a:p>
          <a:p>
            <a:pPr lvl="1"/>
            <a:r>
              <a:t>0.35168132176325029</a:t>
            </a:r>
          </a:p>
          <a:p>
            <a:r>
              <a:t>Sampler 1 Range</a:t>
            </a:r>
          </a:p>
          <a:p>
            <a:pPr lvl="1"/>
            <a:r>
              <a:t>0.039000323800000007</a:t>
            </a:r>
          </a:p>
          <a:p>
            <a:r>
              <a:t>Sampler 2 Range</a:t>
            </a:r>
          </a:p>
          <a:p>
            <a:pPr lvl="1"/>
            <a:r>
              <a:t>0.027792688200000002</a:t>
            </a:r>
          </a:p>
          <a:p>
            <a:r>
              <a:t>DUT output dBm Mean</a:t>
            </a:r>
          </a:p>
          <a:p>
            <a:pPr lvl="1"/>
            <a:r>
              <a:t>17.717106835378658</a:t>
            </a:r>
          </a:p>
          <a:p>
            <a:r>
              <a:t>DUT input dBm Mean</a:t>
            </a:r>
          </a:p>
          <a:p>
            <a:pPr lvl="1"/>
            <a:r>
              <a:t>6.8657102051502532</a:t>
            </a:r>
          </a:p>
          <a:p>
            <a:r>
              <a:t>RMS Error </a:t>
            </a:r>
          </a:p>
          <a:p>
            <a:pPr lvl="1"/>
            <a:r>
              <a:t>0.071798753916765962</a:t>
            </a:r>
          </a:p>
          <a:p>
            <a:r>
              <a:t>Max Error </a:t>
            </a:r>
          </a:p>
          <a:p>
            <a:pPr lvl="1"/>
            <a:r>
              <a:t>0.16002195885775322</a:t>
            </a:r>
          </a:p>
        </p:txBody>
      </p:sp>
      <p:sp>
        <p:nvSpPr>
          <p:cNvPr id="5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04564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Coupled Line Performance At 10.90 GHz, 18.000000 dBm Output Power 1.85 V mean sampler bias</a:t>
            </a:r>
          </a:p>
        </p:txBody>
      </p:sp>
      <p:pic>
        <p:nvPicPr>
          <p:cNvPr id="3" name="Left Content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058934"/>
            <a:ext cx="5181600" cy="3884719"/>
          </a:xfrm>
          <a:prstGeom prst="rect">
            <a:avLst/>
          </a:prstGeom>
        </p:spPr>
      </p:pic>
      <p:sp>
        <p:nvSpPr>
          <p:cNvPr id="4" name="Right Content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r>
              <a:t>Sampler Av </a:t>
            </a:r>
          </a:p>
          <a:p>
            <a:pPr lvl="1"/>
            <a:r>
              <a:t>Sampler 1: 16.046</a:t>
            </a:r>
          </a:p>
          <a:p>
            <a:pPr lvl="1"/>
            <a:r>
              <a:t>Sampler 2: 16.046</a:t>
            </a:r>
          </a:p>
          <a:p>
            <a:r>
              <a:t>Sampler Offset (rather than -1)</a:t>
            </a:r>
          </a:p>
          <a:p>
            <a:pPr lvl="1"/>
            <a:r>
              <a:t>-1.8846810382069021</a:t>
            </a:r>
          </a:p>
          <a:p>
            <a:r>
              <a:t>Goodness Of fit </a:t>
            </a:r>
          </a:p>
          <a:p>
            <a:pPr lvl="1"/>
            <a:r>
              <a:t>0.73033615881238001</a:t>
            </a:r>
          </a:p>
          <a:p>
            <a:r>
              <a:t>Sampler 1 Range</a:t>
            </a:r>
          </a:p>
          <a:p>
            <a:pPr lvl="1"/>
            <a:r>
              <a:t>0.044067799399999996</a:t>
            </a:r>
          </a:p>
          <a:p>
            <a:r>
              <a:t>Sampler 2 Range</a:t>
            </a:r>
          </a:p>
          <a:p>
            <a:pPr lvl="1"/>
            <a:r>
              <a:t>0.027712650200000001</a:t>
            </a:r>
          </a:p>
          <a:p>
            <a:r>
              <a:t>DUT output dBm Mean</a:t>
            </a:r>
          </a:p>
          <a:p>
            <a:pPr lvl="1"/>
            <a:r>
              <a:t>17.824123163624733</a:t>
            </a:r>
          </a:p>
          <a:p>
            <a:r>
              <a:t>DUT input dBm Mean</a:t>
            </a:r>
          </a:p>
          <a:p>
            <a:pPr lvl="1"/>
            <a:r>
              <a:t>7.594010854756875</a:t>
            </a:r>
          </a:p>
          <a:p>
            <a:r>
              <a:t>RMS Error </a:t>
            </a:r>
          </a:p>
          <a:p>
            <a:pPr lvl="1"/>
            <a:r>
              <a:t>0.09791593960472314</a:t>
            </a:r>
          </a:p>
          <a:p>
            <a:r>
              <a:t>Max Error </a:t>
            </a:r>
          </a:p>
          <a:p>
            <a:pPr lvl="1"/>
            <a:r>
              <a:t>0.14955162159740387</a:t>
            </a:r>
          </a:p>
        </p:txBody>
      </p:sp>
      <p:sp>
        <p:nvSpPr>
          <p:cNvPr id="5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04564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Coupled Line Performance At 10.40 GHz, 22.000000 dBm Output Power 1.85 V mean sampler bias</a:t>
            </a:r>
          </a:p>
        </p:txBody>
      </p:sp>
      <p:pic>
        <p:nvPicPr>
          <p:cNvPr id="3" name="Left Content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058934"/>
            <a:ext cx="5181600" cy="3884719"/>
          </a:xfrm>
          <a:prstGeom prst="rect">
            <a:avLst/>
          </a:prstGeom>
        </p:spPr>
      </p:pic>
      <p:sp>
        <p:nvSpPr>
          <p:cNvPr id="4" name="Right Content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r>
              <a:t>Sampler Av </a:t>
            </a:r>
          </a:p>
          <a:p>
            <a:pPr lvl="1"/>
            <a:r>
              <a:t>Sampler 1: 9.355</a:t>
            </a:r>
          </a:p>
          <a:p>
            <a:pPr lvl="1"/>
            <a:r>
              <a:t>Sampler 2: 9.355</a:t>
            </a:r>
          </a:p>
          <a:p>
            <a:r>
              <a:t>Sampler Offset (rather than -1)</a:t>
            </a:r>
          </a:p>
          <a:p>
            <a:pPr lvl="1"/>
            <a:r>
              <a:t>-1.5138471754142522</a:t>
            </a:r>
          </a:p>
          <a:p>
            <a:r>
              <a:t>Goodness Of fit </a:t>
            </a:r>
          </a:p>
          <a:p>
            <a:pPr lvl="1"/>
            <a:r>
              <a:t>0.40637547512273331</a:t>
            </a:r>
          </a:p>
          <a:p>
            <a:r>
              <a:t>Sampler 1 Range</a:t>
            </a:r>
          </a:p>
          <a:p>
            <a:pPr lvl="1"/>
            <a:r>
              <a:t>0.0837033851</a:t>
            </a:r>
          </a:p>
          <a:p>
            <a:r>
              <a:t>Sampler 2 Range</a:t>
            </a:r>
          </a:p>
          <a:p>
            <a:pPr lvl="1"/>
            <a:r>
              <a:t>0.060186917899999991</a:t>
            </a:r>
          </a:p>
          <a:p>
            <a:r>
              <a:t>DUT output dBm Mean</a:t>
            </a:r>
          </a:p>
          <a:p>
            <a:pPr lvl="1"/>
            <a:r>
              <a:t>21.788013264112546</a:t>
            </a:r>
          </a:p>
          <a:p>
            <a:r>
              <a:t>DUT input dBm Mean</a:t>
            </a:r>
          </a:p>
          <a:p>
            <a:pPr lvl="1"/>
            <a:r>
              <a:t>11.513137427372476</a:t>
            </a:r>
          </a:p>
          <a:p>
            <a:r>
              <a:t>RMS Error </a:t>
            </a:r>
          </a:p>
          <a:p>
            <a:pPr lvl="1"/>
            <a:r>
              <a:t>0.076782595966454772</a:t>
            </a:r>
          </a:p>
          <a:p>
            <a:r>
              <a:t>Max Error </a:t>
            </a:r>
          </a:p>
          <a:p>
            <a:pPr lvl="1"/>
            <a:r>
              <a:t>0.15720024946117445</a:t>
            </a:r>
          </a:p>
        </p:txBody>
      </p:sp>
      <p:sp>
        <p:nvSpPr>
          <p:cNvPr id="5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04564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Coupled Line Performance At 10.40 GHz, 14.000000 dBm Output Power 1.90 V mean sampler bias</a:t>
            </a:r>
          </a:p>
        </p:txBody>
      </p:sp>
      <p:pic>
        <p:nvPicPr>
          <p:cNvPr id="3" name="Left Content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058934"/>
            <a:ext cx="5181600" cy="3884719"/>
          </a:xfrm>
          <a:prstGeom prst="rect">
            <a:avLst/>
          </a:prstGeom>
        </p:spPr>
      </p:pic>
      <p:sp>
        <p:nvSpPr>
          <p:cNvPr id="4" name="Right Content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r>
              <a:t>Sampler Av </a:t>
            </a:r>
          </a:p>
          <a:p>
            <a:pPr lvl="1"/>
            <a:r>
              <a:t>Sampler 1: 35.896</a:t>
            </a:r>
          </a:p>
          <a:p>
            <a:pPr lvl="1"/>
            <a:r>
              <a:t>Sampler 2: 35.896</a:t>
            </a:r>
          </a:p>
          <a:p>
            <a:r>
              <a:t>Sampler Offset (rather than -1)</a:t>
            </a:r>
          </a:p>
          <a:p>
            <a:pPr lvl="1"/>
            <a:r>
              <a:t>-2.9094699907103245</a:t>
            </a:r>
          </a:p>
          <a:p>
            <a:r>
              <a:t>Goodness Of fit </a:t>
            </a:r>
          </a:p>
          <a:p>
            <a:pPr lvl="1"/>
            <a:r>
              <a:t>0.15880688763425099</a:t>
            </a:r>
          </a:p>
          <a:p>
            <a:r>
              <a:t>Sampler 1 Range</a:t>
            </a:r>
          </a:p>
          <a:p>
            <a:pPr lvl="1"/>
            <a:r>
              <a:t>0.021863913499999998</a:t>
            </a:r>
          </a:p>
          <a:p>
            <a:r>
              <a:t>Sampler 2 Range</a:t>
            </a:r>
          </a:p>
          <a:p>
            <a:pPr lvl="1"/>
            <a:r>
              <a:t>0.015776935499999999</a:t>
            </a:r>
          </a:p>
          <a:p>
            <a:r>
              <a:t>DUT output dBm Mean</a:t>
            </a:r>
          </a:p>
          <a:p>
            <a:pPr lvl="1"/>
            <a:r>
              <a:t>14.771196613156434</a:t>
            </a:r>
          </a:p>
          <a:p>
            <a:r>
              <a:t>DUT input dBm Mean</a:t>
            </a:r>
          </a:p>
          <a:p>
            <a:pPr lvl="1"/>
            <a:r>
              <a:t>4.1084757051502541</a:t>
            </a:r>
          </a:p>
          <a:p>
            <a:r>
              <a:t>RMS Error </a:t>
            </a:r>
          </a:p>
          <a:p>
            <a:pPr lvl="1"/>
            <a:r>
              <a:t>0.048338081983303034</a:t>
            </a:r>
          </a:p>
          <a:p>
            <a:r>
              <a:t>Max Error </a:t>
            </a:r>
          </a:p>
          <a:p>
            <a:pPr lvl="1"/>
            <a:r>
              <a:t>0.09716998316763803</a:t>
            </a:r>
          </a:p>
        </p:txBody>
      </p:sp>
      <p:sp>
        <p:nvSpPr>
          <p:cNvPr id="5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04564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Coupled Line Performance At 10.90 GHz, 14.000000 dBm Output Power 1.90 V mean sampler bias</a:t>
            </a:r>
          </a:p>
        </p:txBody>
      </p:sp>
      <p:pic>
        <p:nvPicPr>
          <p:cNvPr id="3" name="Left Content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058934"/>
            <a:ext cx="5181600" cy="3884719"/>
          </a:xfrm>
          <a:prstGeom prst="rect">
            <a:avLst/>
          </a:prstGeom>
        </p:spPr>
      </p:pic>
      <p:sp>
        <p:nvSpPr>
          <p:cNvPr id="4" name="Right Content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r>
              <a:t>Sampler Av </a:t>
            </a:r>
          </a:p>
          <a:p>
            <a:pPr lvl="1"/>
            <a:r>
              <a:t>Sampler 1: 26.876</a:t>
            </a:r>
          </a:p>
          <a:p>
            <a:pPr lvl="1"/>
            <a:r>
              <a:t>Sampler 2: 26.876</a:t>
            </a:r>
          </a:p>
          <a:p>
            <a:r>
              <a:t>Sampler Offset (rather than -1)</a:t>
            </a:r>
          </a:p>
          <a:p>
            <a:pPr lvl="1"/>
            <a:r>
              <a:t>-2.4768995681267052</a:t>
            </a:r>
          </a:p>
          <a:p>
            <a:r>
              <a:t>Goodness Of fit </a:t>
            </a:r>
          </a:p>
          <a:p>
            <a:pPr lvl="1"/>
            <a:r>
              <a:t>0.61029368336531964</a:t>
            </a:r>
          </a:p>
          <a:p>
            <a:r>
              <a:t>Sampler 1 Range</a:t>
            </a:r>
          </a:p>
          <a:p>
            <a:pPr lvl="1"/>
            <a:r>
              <a:t>0.024277514099999998</a:t>
            </a:r>
          </a:p>
          <a:p>
            <a:r>
              <a:t>Sampler 2 Range</a:t>
            </a:r>
          </a:p>
          <a:p>
            <a:pPr lvl="1"/>
            <a:r>
              <a:t>0.015108071599999998</a:t>
            </a:r>
          </a:p>
          <a:p>
            <a:r>
              <a:t>DUT output dBm Mean</a:t>
            </a:r>
          </a:p>
          <a:p>
            <a:pPr lvl="1"/>
            <a:r>
              <a:t>14.748669285846956</a:t>
            </a:r>
          </a:p>
          <a:p>
            <a:r>
              <a:t>DUT input dBm Mean</a:t>
            </a:r>
          </a:p>
          <a:p>
            <a:pPr lvl="1"/>
            <a:r>
              <a:t>4.6357511325346525</a:t>
            </a:r>
          </a:p>
          <a:p>
            <a:r>
              <a:t>RMS Error </a:t>
            </a:r>
          </a:p>
          <a:p>
            <a:pPr lvl="1"/>
            <a:r>
              <a:t>0.087500309605436172</a:t>
            </a:r>
          </a:p>
          <a:p>
            <a:r>
              <a:t>Max Error </a:t>
            </a:r>
          </a:p>
          <a:p>
            <a:pPr lvl="1"/>
            <a:r>
              <a:t>0.14164384149109444</a:t>
            </a:r>
          </a:p>
        </p:txBody>
      </p:sp>
      <p:sp>
        <p:nvSpPr>
          <p:cNvPr id="5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04564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Coupled Line Performance At 10.40 GHz, 16.000000 dBm Output Power 1.90 V mean sampler bias</a:t>
            </a:r>
          </a:p>
        </p:txBody>
      </p:sp>
      <p:pic>
        <p:nvPicPr>
          <p:cNvPr id="3" name="Left Content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058934"/>
            <a:ext cx="5181600" cy="3884719"/>
          </a:xfrm>
          <a:prstGeom prst="rect">
            <a:avLst/>
          </a:prstGeom>
        </p:spPr>
      </p:pic>
      <p:sp>
        <p:nvSpPr>
          <p:cNvPr id="4" name="Right Content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r>
              <a:t>Sampler Av </a:t>
            </a:r>
          </a:p>
          <a:p>
            <a:pPr lvl="1"/>
            <a:r>
              <a:t>Sampler 1: 31.175</a:t>
            </a:r>
          </a:p>
          <a:p>
            <a:pPr lvl="1"/>
            <a:r>
              <a:t>Sampler 2: 31.175</a:t>
            </a:r>
          </a:p>
          <a:p>
            <a:r>
              <a:t>Sampler Offset (rather than -1)</a:t>
            </a:r>
          </a:p>
          <a:p>
            <a:pPr lvl="1"/>
            <a:r>
              <a:t>-2.7602276966766683</a:t>
            </a:r>
          </a:p>
          <a:p>
            <a:r>
              <a:t>Goodness Of fit </a:t>
            </a:r>
          </a:p>
          <a:p>
            <a:pPr lvl="1"/>
            <a:r>
              <a:t>0.33808380198157195</a:t>
            </a:r>
          </a:p>
          <a:p>
            <a:r>
              <a:t>Sampler 1 Range</a:t>
            </a:r>
          </a:p>
          <a:p>
            <a:pPr lvl="1"/>
            <a:r>
              <a:t>0.026476227300000002</a:t>
            </a:r>
          </a:p>
          <a:p>
            <a:r>
              <a:t>Sampler 2 Range</a:t>
            </a:r>
          </a:p>
          <a:p>
            <a:pPr lvl="1"/>
            <a:r>
              <a:t>0.018385177500000002</a:t>
            </a:r>
          </a:p>
          <a:p>
            <a:r>
              <a:t>DUT output dBm Mean</a:t>
            </a:r>
          </a:p>
          <a:p>
            <a:pPr lvl="1"/>
            <a:r>
              <a:t>15.695813179823103</a:t>
            </a:r>
          </a:p>
          <a:p>
            <a:r>
              <a:t>DUT input dBm Mean</a:t>
            </a:r>
          </a:p>
          <a:p>
            <a:pPr lvl="1"/>
            <a:r>
              <a:t>5.0972915384835868</a:t>
            </a:r>
          </a:p>
          <a:p>
            <a:r>
              <a:t>RMS Error </a:t>
            </a:r>
          </a:p>
          <a:p>
            <a:pPr lvl="1"/>
            <a:r>
              <a:t>0.073855924833440265</a:t>
            </a:r>
          </a:p>
          <a:p>
            <a:r>
              <a:t>Max Error </a:t>
            </a:r>
          </a:p>
          <a:p>
            <a:pPr lvl="1"/>
            <a:r>
              <a:t>0.15537382429425006</a:t>
            </a:r>
          </a:p>
        </p:txBody>
      </p:sp>
      <p:sp>
        <p:nvSpPr>
          <p:cNvPr id="5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04564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Coupled Line Performance At 10.70 GHz, 16.000000 dBm Output Power 1.90 V mean sampler bias</a:t>
            </a:r>
          </a:p>
        </p:txBody>
      </p:sp>
      <p:pic>
        <p:nvPicPr>
          <p:cNvPr id="3" name="Left Content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058934"/>
            <a:ext cx="5181600" cy="3884719"/>
          </a:xfrm>
          <a:prstGeom prst="rect">
            <a:avLst/>
          </a:prstGeom>
        </p:spPr>
      </p:pic>
      <p:sp>
        <p:nvSpPr>
          <p:cNvPr id="4" name="Right Content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r>
              <a:t>Sampler Av </a:t>
            </a:r>
          </a:p>
          <a:p>
            <a:pPr lvl="1"/>
            <a:r>
              <a:t>Sampler 1: 31.518</a:t>
            </a:r>
          </a:p>
          <a:p>
            <a:pPr lvl="1"/>
            <a:r>
              <a:t>Sampler 2: 31.518</a:t>
            </a:r>
          </a:p>
          <a:p>
            <a:r>
              <a:t>Sampler Offset (rather than -1)</a:t>
            </a:r>
          </a:p>
          <a:p>
            <a:pPr lvl="1"/>
            <a:r>
              <a:t>-3.2680880237715626</a:t>
            </a:r>
          </a:p>
          <a:p>
            <a:r>
              <a:t>Goodness Of fit </a:t>
            </a:r>
          </a:p>
          <a:p>
            <a:pPr lvl="1"/>
            <a:r>
              <a:t>0.076702740656612214</a:t>
            </a:r>
          </a:p>
          <a:p>
            <a:r>
              <a:t>Sampler 1 Range</a:t>
            </a:r>
          </a:p>
          <a:p>
            <a:pPr lvl="1"/>
            <a:r>
              <a:t>0.03604442590000001</a:t>
            </a:r>
          </a:p>
          <a:p>
            <a:r>
              <a:t>Sampler 2 Range</a:t>
            </a:r>
          </a:p>
          <a:p>
            <a:pPr lvl="1"/>
            <a:r>
              <a:t>0.0220128661</a:t>
            </a:r>
          </a:p>
          <a:p>
            <a:r>
              <a:t>DUT output dBm Mean</a:t>
            </a:r>
          </a:p>
          <a:p>
            <a:pPr lvl="1"/>
            <a:r>
              <a:t>16.802804901157415</a:t>
            </a:r>
          </a:p>
          <a:p>
            <a:r>
              <a:t>DUT input dBm Mean</a:t>
            </a:r>
          </a:p>
          <a:p>
            <a:pPr lvl="1"/>
            <a:r>
              <a:t>6.6249169109238197</a:t>
            </a:r>
          </a:p>
          <a:p>
            <a:r>
              <a:t>RMS Error </a:t>
            </a:r>
          </a:p>
          <a:p>
            <a:pPr lvl="1"/>
            <a:r>
              <a:t>0.054864025552742078</a:t>
            </a:r>
          </a:p>
          <a:p>
            <a:r>
              <a:t>Max Error </a:t>
            </a:r>
          </a:p>
          <a:p>
            <a:pPr lvl="1"/>
            <a:r>
              <a:t>0.15078573243229676</a:t>
            </a:r>
          </a:p>
        </p:txBody>
      </p:sp>
      <p:sp>
        <p:nvSpPr>
          <p:cNvPr id="5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04564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Coupled Line Performance At 10.40 GHz, 18.000000 dBm Output Power 1.90 V mean sampler bias</a:t>
            </a:r>
          </a:p>
        </p:txBody>
      </p:sp>
      <p:pic>
        <p:nvPicPr>
          <p:cNvPr id="3" name="Left Content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058934"/>
            <a:ext cx="5181600" cy="3884719"/>
          </a:xfrm>
          <a:prstGeom prst="rect">
            <a:avLst/>
          </a:prstGeom>
        </p:spPr>
      </p:pic>
      <p:sp>
        <p:nvSpPr>
          <p:cNvPr id="4" name="Right Content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r>
              <a:t>Sampler Av </a:t>
            </a:r>
          </a:p>
          <a:p>
            <a:pPr lvl="1"/>
            <a:r>
              <a:t>Sampler 1: 19.970</a:t>
            </a:r>
          </a:p>
          <a:p>
            <a:pPr lvl="1"/>
            <a:r>
              <a:t>Sampler 2: 19.970</a:t>
            </a:r>
          </a:p>
          <a:p>
            <a:r>
              <a:t>Sampler Offset (rather than -1)</a:t>
            </a:r>
          </a:p>
          <a:p>
            <a:pPr lvl="1"/>
            <a:r>
              <a:t>-2.0920640295048467</a:t>
            </a:r>
          </a:p>
          <a:p>
            <a:r>
              <a:t>Goodness Of fit </a:t>
            </a:r>
          </a:p>
          <a:p>
            <a:pPr lvl="1"/>
            <a:r>
              <a:t>0.2807083957794162</a:t>
            </a:r>
          </a:p>
          <a:p>
            <a:r>
              <a:t>Sampler 1 Range</a:t>
            </a:r>
          </a:p>
          <a:p>
            <a:pPr lvl="1"/>
            <a:r>
              <a:t>0.040594893199999996</a:t>
            </a:r>
          </a:p>
          <a:p>
            <a:r>
              <a:t>Sampler 2 Range</a:t>
            </a:r>
          </a:p>
          <a:p>
            <a:pPr lvl="1"/>
            <a:r>
              <a:t>0.028321377000000002</a:t>
            </a:r>
          </a:p>
          <a:p>
            <a:r>
              <a:t>DUT output dBm Mean</a:t>
            </a:r>
          </a:p>
          <a:p>
            <a:pPr lvl="1"/>
            <a:r>
              <a:t>17.775126429823104</a:t>
            </a:r>
          </a:p>
          <a:p>
            <a:r>
              <a:t>DUT input dBm Mean</a:t>
            </a:r>
          </a:p>
          <a:p>
            <a:pPr lvl="1"/>
            <a:r>
              <a:t>7.4160910940391433</a:t>
            </a:r>
          </a:p>
          <a:p>
            <a:r>
              <a:t>RMS Error </a:t>
            </a:r>
          </a:p>
          <a:p>
            <a:pPr lvl="1"/>
            <a:r>
              <a:t>0.065589389749488344</a:t>
            </a:r>
          </a:p>
          <a:p>
            <a:r>
              <a:t>Max Error </a:t>
            </a:r>
          </a:p>
          <a:p>
            <a:pPr lvl="1"/>
            <a:r>
              <a:t>0.13207903243587571</a:t>
            </a:r>
          </a:p>
        </p:txBody>
      </p:sp>
      <p:sp>
        <p:nvSpPr>
          <p:cNvPr id="5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04564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Coupled Line Performance At 10.40 GHz, 22.000000 dBm Output Power 1.90 V mean sampler bias</a:t>
            </a:r>
          </a:p>
        </p:txBody>
      </p:sp>
      <p:pic>
        <p:nvPicPr>
          <p:cNvPr id="3" name="Left Content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058934"/>
            <a:ext cx="5181600" cy="3884719"/>
          </a:xfrm>
          <a:prstGeom prst="rect">
            <a:avLst/>
          </a:prstGeom>
        </p:spPr>
      </p:pic>
      <p:sp>
        <p:nvSpPr>
          <p:cNvPr id="4" name="Right Content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r>
              <a:t>Sampler Av </a:t>
            </a:r>
          </a:p>
          <a:p>
            <a:pPr lvl="1"/>
            <a:r>
              <a:t>Sampler 1: 9.504</a:t>
            </a:r>
          </a:p>
          <a:p>
            <a:pPr lvl="1"/>
            <a:r>
              <a:t>Sampler 2: 9.504</a:t>
            </a:r>
          </a:p>
          <a:p>
            <a:r>
              <a:t>Sampler Offset (rather than -1)</a:t>
            </a:r>
          </a:p>
          <a:p>
            <a:pPr lvl="1"/>
            <a:r>
              <a:t>-1.5625424968608237</a:t>
            </a:r>
          </a:p>
          <a:p>
            <a:r>
              <a:t>Goodness Of fit </a:t>
            </a:r>
          </a:p>
          <a:p>
            <a:pPr lvl="1"/>
            <a:r>
              <a:t>0.42435361395466975</a:t>
            </a:r>
          </a:p>
          <a:p>
            <a:r>
              <a:t>Sampler 1 Range</a:t>
            </a:r>
          </a:p>
          <a:p>
            <a:pPr lvl="1"/>
            <a:r>
              <a:t>0.084210197799999997</a:t>
            </a:r>
          </a:p>
          <a:p>
            <a:r>
              <a:t>Sampler 2 Range</a:t>
            </a:r>
          </a:p>
          <a:p>
            <a:pPr lvl="1"/>
            <a:r>
              <a:t>0.059378589000000002</a:t>
            </a:r>
          </a:p>
          <a:p>
            <a:r>
              <a:t>DUT output dBm Mean</a:t>
            </a:r>
          </a:p>
          <a:p>
            <a:pPr lvl="1"/>
            <a:r>
              <a:t>21.794909676964103</a:t>
            </a:r>
          </a:p>
          <a:p>
            <a:r>
              <a:t>DUT input dBm Mean</a:t>
            </a:r>
          </a:p>
          <a:p>
            <a:pPr lvl="1"/>
            <a:r>
              <a:t>11.831456094039142</a:t>
            </a:r>
          </a:p>
          <a:p>
            <a:r>
              <a:t>RMS Error </a:t>
            </a:r>
          </a:p>
          <a:p>
            <a:pPr lvl="1"/>
            <a:r>
              <a:t>0.079393166812337837</a:t>
            </a:r>
          </a:p>
          <a:p>
            <a:r>
              <a:t>Max Error </a:t>
            </a:r>
          </a:p>
          <a:p>
            <a:pPr lvl="1"/>
            <a:r>
              <a:t>0.16969521703153267</a:t>
            </a:r>
          </a:p>
        </p:txBody>
      </p:sp>
      <p:sp>
        <p:nvSpPr>
          <p:cNvPr id="5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04564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Coupled Line Performance At 10.70 GHz, 16.000000 dBm Output Power 2.00 V mean sampler bias</a:t>
            </a:r>
          </a:p>
        </p:txBody>
      </p:sp>
      <p:pic>
        <p:nvPicPr>
          <p:cNvPr id="3" name="Left Content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058934"/>
            <a:ext cx="5181600" cy="3884719"/>
          </a:xfrm>
          <a:prstGeom prst="rect">
            <a:avLst/>
          </a:prstGeom>
        </p:spPr>
      </p:pic>
      <p:sp>
        <p:nvSpPr>
          <p:cNvPr id="4" name="Right Content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r>
              <a:t>Sampler Av </a:t>
            </a:r>
          </a:p>
          <a:p>
            <a:pPr lvl="1"/>
            <a:r>
              <a:t>Sampler 1: 28.631</a:t>
            </a:r>
          </a:p>
          <a:p>
            <a:pPr lvl="1"/>
            <a:r>
              <a:t>Sampler 2: 28.631</a:t>
            </a:r>
          </a:p>
          <a:p>
            <a:r>
              <a:t>Sampler Offset (rather than -1)</a:t>
            </a:r>
          </a:p>
          <a:p>
            <a:pPr lvl="1"/>
            <a:r>
              <a:t>-3.0906726834225999</a:t>
            </a:r>
          </a:p>
          <a:p>
            <a:r>
              <a:t>Goodness Of fit </a:t>
            </a:r>
          </a:p>
          <a:p>
            <a:pPr lvl="1"/>
            <a:r>
              <a:t>0.12387708155638658</a:t>
            </a:r>
          </a:p>
          <a:p>
            <a:r>
              <a:t>Sampler 1 Range</a:t>
            </a:r>
          </a:p>
          <a:p>
            <a:pPr lvl="1"/>
            <a:r>
              <a:t>0.037890231099999998</a:t>
            </a:r>
          </a:p>
          <a:p>
            <a:r>
              <a:t>Sampler 2 Range</a:t>
            </a:r>
          </a:p>
          <a:p>
            <a:pPr lvl="1"/>
            <a:r>
              <a:t>0.021460514099999998</a:t>
            </a:r>
          </a:p>
          <a:p>
            <a:r>
              <a:t>DUT output dBm Mean</a:t>
            </a:r>
          </a:p>
          <a:p>
            <a:pPr lvl="1"/>
            <a:r>
              <a:t>16.900318334490752</a:t>
            </a:r>
          </a:p>
          <a:p>
            <a:r>
              <a:t>DUT input dBm Mean</a:t>
            </a:r>
          </a:p>
          <a:p>
            <a:pPr lvl="1"/>
            <a:r>
              <a:t>7.7327795775904882</a:t>
            </a:r>
          </a:p>
          <a:p>
            <a:r>
              <a:t>RMS Error </a:t>
            </a:r>
          </a:p>
          <a:p>
            <a:pPr lvl="1"/>
            <a:r>
              <a:t>0.064963244311455212</a:t>
            </a:r>
          </a:p>
          <a:p>
            <a:r>
              <a:t>Max Error </a:t>
            </a:r>
          </a:p>
          <a:p>
            <a:pPr lvl="1"/>
            <a:r>
              <a:t>0.090442608116755085</a:t>
            </a:r>
          </a:p>
        </p:txBody>
      </p:sp>
      <p:sp>
        <p:nvSpPr>
          <p:cNvPr id="5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04564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Coupled Line Performance At 10.70 GHz, 16.000000 dBm Output Power 2.10 V mean sampler bias</a:t>
            </a:r>
          </a:p>
        </p:txBody>
      </p:sp>
      <p:pic>
        <p:nvPicPr>
          <p:cNvPr id="3" name="Left Content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058934"/>
            <a:ext cx="5181600" cy="3884719"/>
          </a:xfrm>
          <a:prstGeom prst="rect">
            <a:avLst/>
          </a:prstGeom>
        </p:spPr>
      </p:pic>
      <p:sp>
        <p:nvSpPr>
          <p:cNvPr id="4" name="Right Content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r>
              <a:t>Sampler Av </a:t>
            </a:r>
          </a:p>
          <a:p>
            <a:pPr lvl="1"/>
            <a:r>
              <a:t>Sampler 1: 26.332</a:t>
            </a:r>
          </a:p>
          <a:p>
            <a:pPr lvl="1"/>
            <a:r>
              <a:t>Sampler 2: 26.332</a:t>
            </a:r>
          </a:p>
          <a:p>
            <a:r>
              <a:t>Sampler Offset (rather than -1)</a:t>
            </a:r>
          </a:p>
          <a:p>
            <a:pPr lvl="1"/>
            <a:r>
              <a:t>-2.9724339892078824</a:t>
            </a:r>
          </a:p>
          <a:p>
            <a:r>
              <a:t>Goodness Of fit </a:t>
            </a:r>
          </a:p>
          <a:p>
            <a:pPr lvl="1"/>
            <a:r>
              <a:t>0.17668072228142945</a:t>
            </a:r>
          </a:p>
          <a:p>
            <a:r>
              <a:t>Sampler 1 Range</a:t>
            </a:r>
          </a:p>
          <a:p>
            <a:pPr lvl="1"/>
            <a:r>
              <a:t>0.039862676</a:t>
            </a:r>
          </a:p>
          <a:p>
            <a:r>
              <a:t>Sampler 2 Range</a:t>
            </a:r>
          </a:p>
          <a:p>
            <a:pPr lvl="1"/>
            <a:r>
              <a:t>0.021486266900000002</a:t>
            </a:r>
          </a:p>
          <a:p>
            <a:r>
              <a:t>DUT output dBm Mean</a:t>
            </a:r>
          </a:p>
          <a:p>
            <a:pPr lvl="1"/>
            <a:r>
              <a:t>17.031555067824083</a:t>
            </a:r>
          </a:p>
          <a:p>
            <a:r>
              <a:t>DUT input dBm Mean</a:t>
            </a:r>
          </a:p>
          <a:p>
            <a:pPr lvl="1"/>
            <a:r>
              <a:t>8.7943804109238215</a:t>
            </a:r>
          </a:p>
          <a:p>
            <a:r>
              <a:t>RMS Error </a:t>
            </a:r>
          </a:p>
          <a:p>
            <a:pPr lvl="1"/>
            <a:r>
              <a:t>0.080017249562322423</a:t>
            </a:r>
          </a:p>
          <a:p>
            <a:r>
              <a:t>Max Error </a:t>
            </a:r>
          </a:p>
          <a:p>
            <a:pPr lvl="1"/>
            <a:r>
              <a:t>0.11492263469594788</a:t>
            </a:r>
          </a:p>
        </p:txBody>
      </p:sp>
      <p:sp>
        <p:nvSpPr>
          <p:cNvPr id="5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04564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Coupled Line Performance At 10.70 GHz, 16.000000 dBm Output Power 2.20 V mean sampler bias</a:t>
            </a:r>
          </a:p>
        </p:txBody>
      </p:sp>
      <p:pic>
        <p:nvPicPr>
          <p:cNvPr id="3" name="Left Content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058934"/>
            <a:ext cx="5181600" cy="3884719"/>
          </a:xfrm>
          <a:prstGeom prst="rect">
            <a:avLst/>
          </a:prstGeom>
        </p:spPr>
      </p:pic>
      <p:sp>
        <p:nvSpPr>
          <p:cNvPr id="4" name="Right Content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r>
              <a:t>Sampler Av </a:t>
            </a:r>
          </a:p>
          <a:p>
            <a:pPr lvl="1"/>
            <a:r>
              <a:t>Sampler 1: 29.542</a:t>
            </a:r>
          </a:p>
          <a:p>
            <a:pPr lvl="1"/>
            <a:r>
              <a:t>Sampler 2: 29.542</a:t>
            </a:r>
          </a:p>
          <a:p>
            <a:r>
              <a:t>Sampler Offset (rather than -1)</a:t>
            </a:r>
          </a:p>
          <a:p>
            <a:pPr lvl="1"/>
            <a:r>
              <a:t>-3.1907972232392767</a:t>
            </a:r>
          </a:p>
          <a:p>
            <a:r>
              <a:t>Goodness Of fit </a:t>
            </a:r>
          </a:p>
          <a:p>
            <a:pPr lvl="1"/>
            <a:r>
              <a:t>0.22905701352613902</a:t>
            </a:r>
          </a:p>
          <a:p>
            <a:r>
              <a:t>Sampler 1 Range</a:t>
            </a:r>
          </a:p>
          <a:p>
            <a:pPr lvl="1"/>
            <a:r>
              <a:t>0.033590208699999999</a:t>
            </a:r>
          </a:p>
          <a:p>
            <a:r>
              <a:t>Sampler 2 Range</a:t>
            </a:r>
          </a:p>
          <a:p>
            <a:pPr lvl="1"/>
            <a:r>
              <a:t>0.016774936200000003</a:t>
            </a:r>
          </a:p>
          <a:p>
            <a:r>
              <a:t>DUT output dBm Mean</a:t>
            </a:r>
          </a:p>
          <a:p>
            <a:pPr lvl="1"/>
            <a:r>
              <a:t>15.971648880522496</a:t>
            </a:r>
          </a:p>
          <a:p>
            <a:r>
              <a:t>DUT input dBm Mean</a:t>
            </a:r>
          </a:p>
          <a:p>
            <a:pPr lvl="1"/>
            <a:r>
              <a:t>8.7942745299714389</a:t>
            </a:r>
          </a:p>
          <a:p>
            <a:r>
              <a:t>RMS Error </a:t>
            </a:r>
          </a:p>
          <a:p>
            <a:pPr lvl="1"/>
            <a:r>
              <a:t>0.092102917663722861</a:t>
            </a:r>
          </a:p>
          <a:p>
            <a:r>
              <a:t>Max Error </a:t>
            </a:r>
          </a:p>
          <a:p>
            <a:pPr lvl="1"/>
            <a:r>
              <a:t>0.14122345713485829</a:t>
            </a:r>
          </a:p>
        </p:txBody>
      </p:sp>
      <p:sp>
        <p:nvSpPr>
          <p:cNvPr id="5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0456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fault.potx" id="{4DAAD9BA-8E58-4898-BC8A-99302C4F06E1}" vid="{BA943B1D-2A1C-434D-B720-D47753C6092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2381</Words>
  <Application>Microsoft Office PowerPoint</Application>
  <PresentationFormat>Widescreen</PresentationFormat>
  <Paragraphs>795</Paragraphs>
  <Slides>37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1" baseType="lpstr">
      <vt:lpstr>Arial</vt:lpstr>
      <vt:lpstr>Calibri</vt:lpstr>
      <vt:lpstr>Calibri Light</vt:lpstr>
      <vt:lpstr>Office Theme</vt:lpstr>
      <vt:lpstr>Coupledline Compiled Data</vt:lpstr>
      <vt:lpstr>Coupled Line Performance At 10.70 GHz, 16.000000 dBm Output Power 1.40 V mean sampler bias</vt:lpstr>
      <vt:lpstr>Coupled Line Performance At 10.70 GHz, 16.000000 dBm Output Power 1.50 V mean sampler bias</vt:lpstr>
      <vt:lpstr>Coupled Line Performance At 10.70 GHz, 16.000000 dBm Output Power 1.60 V mean sampler bias</vt:lpstr>
      <vt:lpstr>Coupled Line Performance At 9.90 GHz, 14.000000 dBm Output Power 1.70 V mean sampler bias</vt:lpstr>
      <vt:lpstr>Coupled Line Performance At 10.40 GHz, 14.000000 dBm Output Power 1.70 V mean sampler bias</vt:lpstr>
      <vt:lpstr>Coupled Line Performance At 10.90 GHz, 14.000000 dBm Output Power 1.70 V mean sampler bias</vt:lpstr>
      <vt:lpstr>Coupled Line Performance At 10.40 GHz, 16.000000 dBm Output Power 1.70 V mean sampler bias</vt:lpstr>
      <vt:lpstr>Coupled Line Performance At 10.70 GHz, 16.000000 dBm Output Power 1.70 V mean sampler bias</vt:lpstr>
      <vt:lpstr>Coupled Line Performance At 10.40 GHz, 18.000000 dBm Output Power 1.70 V mean sampler bias</vt:lpstr>
      <vt:lpstr>Coupled Line Performance At 10.90 GHz, 18.000000 dBm Output Power 1.70 V mean sampler bias</vt:lpstr>
      <vt:lpstr>Coupled Line Performance At 10.40 GHz, 22.000000 dBm Output Power 1.70 V mean sampler bias</vt:lpstr>
      <vt:lpstr>Coupled Line Performance At 10.90 GHz, 22.000000 dBm Output Power 1.70 V mean sampler bias</vt:lpstr>
      <vt:lpstr>Coupled Line Performance At 9.90 GHz, 14.000000 dBm Output Power 1.77 V mean sampler bias</vt:lpstr>
      <vt:lpstr>Coupled Line Performance At 10.40 GHz, 14.000000 dBm Output Power 1.77 V mean sampler bias</vt:lpstr>
      <vt:lpstr>Coupled Line Performance At 10.40 GHz, 16.000000 dBm Output Power 1.77 V mean sampler bias</vt:lpstr>
      <vt:lpstr>Coupled Line Performance At 10.70 GHz, 16.000000 dBm Output Power 1.80 V mean sampler bias</vt:lpstr>
      <vt:lpstr>Coupled Line Performance At 10.40 GHz, 18.000000 dBm Output Power 1.77 V mean sampler bias</vt:lpstr>
      <vt:lpstr>Coupled Line Performance At 10.90 GHz, 18.000000 dBm Output Power 1.77 V mean sampler bias</vt:lpstr>
      <vt:lpstr>Coupled Line Performance At 10.40 GHz, 22.000000 dBm Output Power 1.77 V mean sampler bias</vt:lpstr>
      <vt:lpstr>Coupled Line Performance At 10.90 GHz, 22.000000 dBm Output Power 1.77 V mean sampler bias</vt:lpstr>
      <vt:lpstr>Coupled Line Performance At 10.40 GHz, 14.000000 dBm Output Power 1.85 V mean sampler bias</vt:lpstr>
      <vt:lpstr>Coupled Line Performance At 10.90 GHz, 14.000000 dBm Output Power 1.85 V mean sampler bias</vt:lpstr>
      <vt:lpstr>Coupled Line Performance At 10.40 GHz, 16.000000 dBm Output Power 1.85 V mean sampler bias</vt:lpstr>
      <vt:lpstr>Coupled Line Performance At 10.90 GHz, 16.000000 dBm Output Power 1.85 V mean sampler bias</vt:lpstr>
      <vt:lpstr>Coupled Line Performance At 10.40 GHz, 18.000000 dBm Output Power 1.85 V mean sampler bias</vt:lpstr>
      <vt:lpstr>Coupled Line Performance At 10.90 GHz, 18.000000 dBm Output Power 1.85 V mean sampler bias</vt:lpstr>
      <vt:lpstr>Coupled Line Performance At 10.40 GHz, 22.000000 dBm Output Power 1.85 V mean sampler bias</vt:lpstr>
      <vt:lpstr>Coupled Line Performance At 10.40 GHz, 14.000000 dBm Output Power 1.90 V mean sampler bias</vt:lpstr>
      <vt:lpstr>Coupled Line Performance At 10.90 GHz, 14.000000 dBm Output Power 1.90 V mean sampler bias</vt:lpstr>
      <vt:lpstr>Coupled Line Performance At 10.40 GHz, 16.000000 dBm Output Power 1.90 V mean sampler bias</vt:lpstr>
      <vt:lpstr>Coupled Line Performance At 10.70 GHz, 16.000000 dBm Output Power 1.90 V mean sampler bias</vt:lpstr>
      <vt:lpstr>Coupled Line Performance At 10.40 GHz, 18.000000 dBm Output Power 1.90 V mean sampler bias</vt:lpstr>
      <vt:lpstr>Coupled Line Performance At 10.40 GHz, 22.000000 dBm Output Power 1.90 V mean sampler bias</vt:lpstr>
      <vt:lpstr>Coupled Line Performance At 10.70 GHz, 16.000000 dBm Output Power 2.00 V mean sampler bias</vt:lpstr>
      <vt:lpstr>Coupled Line Performance At 10.70 GHz, 16.000000 dBm Output Power 2.10 V mean sampler bias</vt:lpstr>
      <vt:lpstr>Coupled Line Performance At 10.70 GHz, 16.000000 dBm Output Power 2.20 V mean sampler bias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/>
  <cp:revision>9</cp:revision>
  <dcterms:created xsi:type="dcterms:W3CDTF">2014-10-29T15:36:00Z</dcterms:created>
  <dcterms:modified xsi:type="dcterms:W3CDTF">2025-11-17T18:38:09Z</dcterms:modified>
</cp:coreProperties>
</file>