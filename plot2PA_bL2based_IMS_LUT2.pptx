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1.xml" Type="http://schemas.openxmlformats.org/officeDocument/2006/relationships/slideLayout"/>
</Relationships>

</file>

<file path=ppt/slides/_rels/slide2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18b3378b-f93e-4751-b7ba-10e6d96c53b2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fec51495-2e4c-49bf-8bcb-fbfe684a34e9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7ee30f49-078e-4dae-abc7-8c9a9c44c81d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61821f9b-ee81-4748-8907-09efc553649b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943ce8ef-ef91-4e3a-9a97-9e9007aa0885.png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4.xml" Type="http://schemas.openxmlformats.org/officeDocument/2006/relationships/slideLayout"/>
  <Relationship Id="rId2" Target="../media/d7e6e62b-258e-4896-960f-a0238d9f9d51.png" Type="http://schemas.openxmlformats.org/officeDocument/2006/relationships/image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r>
              <a:t>Coupledline Compiled Data</a:t>
            </a:r>
          </a:p>
        </p:txBody>
      </p:sp>
      <p:sp>
        <p:nvSpPr>
          <p:cNvPr id="3" name="Subtitle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/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Coupled Line Performance At 10.70 GHz, 16.000000 dBm Output Power 1.60 V mean sampler bias</a:t>
            </a:r>
          </a:p>
        </p:txBody>
      </p:sp>
      <p:pic>
        <p:nvPicPr>
          <p:cNvPr id="3" name="Left Content"/>
          <p:cNvPicPr>
            <a:picLocks noChangeAspect="1" noGrp="1"/>
          </p:cNvPicPr>
          <p:nvPr>
            <p:ph idx="1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749"/>
            <a:ext cx="5181600" cy="3885089"/>
          </a:xfrm>
          <a:prstGeom prst="rect"/>
        </p:spPr>
      </p:pic>
      <p:sp>
        <p:nvSpPr>
          <p:cNvPr id="4" name="Right Content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t>Sampler Av </a:t>
            </a:r>
          </a:p>
          <a:p>
            <a:pPr lvl="1"/>
            <a:r>
              <a:t>Sampler 1: 0.291</a:t>
            </a:r>
          </a:p>
          <a:p>
            <a:pPr lvl="1"/>
            <a:r>
              <a:t>Sampler 2: 0.194</a:t>
            </a:r>
          </a:p>
          <a:p>
            <a:r>
              <a:t>Kappa</a:t>
            </a:r>
          </a:p>
          <a:p>
            <a:pPr lvl="1"/>
            <a:r>
              <a:t>Sampler 1: 0.0293</a:t>
            </a:r>
          </a:p>
          <a:p>
            <a:pPr lvl="1"/>
            <a:r>
              <a:t>Sampler 2: 0.0223</a:t>
            </a:r>
          </a:p>
          <a:p>
            <a:r>
              <a:t>Goodness Of fit </a:t>
            </a:r>
          </a:p>
          <a:p>
            <a:pPr lvl="1"/>
            <a:r>
              <a:t>0.13726480564411161</a:t>
            </a:r>
          </a:p>
          <a:p>
            <a:r>
              <a:t>Range</a:t>
            </a:r>
          </a:p>
          <a:p>
            <a:pPr lvl="1"/>
            <a:r>
              <a:t>Sampler 1: 0.0323</a:t>
            </a:r>
          </a:p>
          <a:p>
            <a:pPr lvl="1"/>
            <a:r>
              <a:t>Sampler 2: 0.0234</a:t>
            </a:r>
          </a:p>
          <a:p>
            <a:r>
              <a:t>dBm Mean</a:t>
            </a:r>
          </a:p>
          <a:p>
            <a:pPr lvl="1"/>
            <a:r>
              <a:t>DUT output 16.68</a:t>
            </a:r>
          </a:p>
          <a:p>
            <a:pPr lvl="1"/>
            <a:r>
              <a:t>DUT input 5.12492</a:t>
            </a:r>
          </a:p>
          <a:p>
            <a:r>
              <a:t>RMS Error </a:t>
            </a:r>
          </a:p>
          <a:p>
            <a:pPr lvl="1"/>
            <a:r>
              <a:t>0.0677567</a:t>
            </a:r>
          </a:p>
          <a:p>
            <a:r>
              <a:t>Max Error </a:t>
            </a:r>
          </a:p>
          <a:p>
            <a:pPr lvl="1"/>
            <a:r>
              <a:t>0.0960082</a:t>
            </a:r>
          </a:p>
        </p:txBody>
      </p:sp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Coupled Line Performance At 10.40 GHz, 16.000000 dBm Output Power 1.70 V mean sampler bias</a:t>
            </a:r>
          </a:p>
        </p:txBody>
      </p:sp>
      <p:pic>
        <p:nvPicPr>
          <p:cNvPr id="3" name="Left Content"/>
          <p:cNvPicPr>
            <a:picLocks noChangeAspect="1" noGrp="1"/>
          </p:cNvPicPr>
          <p:nvPr>
            <p:ph idx="1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749"/>
            <a:ext cx="5181600" cy="3885089"/>
          </a:xfrm>
          <a:prstGeom prst="rect"/>
        </p:spPr>
      </p:pic>
      <p:sp>
        <p:nvSpPr>
          <p:cNvPr id="4" name="Right Content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t>Sampler Av </a:t>
            </a:r>
          </a:p>
          <a:p>
            <a:pPr lvl="1"/>
            <a:r>
              <a:t>Sampler 1: 0.283</a:t>
            </a:r>
          </a:p>
          <a:p>
            <a:pPr lvl="1"/>
            <a:r>
              <a:t>Sampler 2: 0.212</a:t>
            </a:r>
          </a:p>
          <a:p>
            <a:r>
              <a:t>Kappa</a:t>
            </a:r>
          </a:p>
          <a:p>
            <a:pPr lvl="1"/>
            <a:r>
              <a:t>Sampler 1: 0.025</a:t>
            </a:r>
          </a:p>
          <a:p>
            <a:pPr lvl="1"/>
            <a:r>
              <a:t>Sampler 2: 0.025</a:t>
            </a:r>
          </a:p>
          <a:p>
            <a:r>
              <a:t>Goodness Of fit </a:t>
            </a:r>
          </a:p>
          <a:p>
            <a:pPr lvl="1"/>
            <a:r>
              <a:t>0.12166907202065452</a:t>
            </a:r>
          </a:p>
          <a:p>
            <a:r>
              <a:t>Range</a:t>
            </a:r>
          </a:p>
          <a:p>
            <a:pPr lvl="1"/>
            <a:r>
              <a:t>Sampler 1: 0.0274</a:t>
            </a:r>
          </a:p>
          <a:p>
            <a:pPr lvl="1"/>
            <a:r>
              <a:t>Sampler 2: 0.0219</a:t>
            </a:r>
          </a:p>
          <a:p>
            <a:r>
              <a:t>dBm Mean</a:t>
            </a:r>
          </a:p>
          <a:p>
            <a:pPr lvl="1"/>
            <a:r>
              <a:t>DUT output 16.1146</a:t>
            </a:r>
          </a:p>
          <a:p>
            <a:pPr lvl="1"/>
            <a:r>
              <a:t>DUT input 4.3327</a:t>
            </a:r>
          </a:p>
          <a:p>
            <a:r>
              <a:t>RMS Error </a:t>
            </a:r>
          </a:p>
          <a:p>
            <a:pPr lvl="1"/>
            <a:r>
              <a:t>0.0456215</a:t>
            </a:r>
          </a:p>
          <a:p>
            <a:r>
              <a:t>Max Error </a:t>
            </a:r>
          </a:p>
          <a:p>
            <a:pPr lvl="1"/>
            <a:r>
              <a:t>0.0847237</a:t>
            </a:r>
          </a:p>
        </p:txBody>
      </p:sp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Coupled Line Performance At 10.70 GHz, 16.000000 dBm Output Power 1.70 V mean sampler bias</a:t>
            </a:r>
          </a:p>
        </p:txBody>
      </p:sp>
      <p:pic>
        <p:nvPicPr>
          <p:cNvPr id="3" name="Left Content"/>
          <p:cNvPicPr>
            <a:picLocks noChangeAspect="1" noGrp="1"/>
          </p:cNvPicPr>
          <p:nvPr>
            <p:ph idx="1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749"/>
            <a:ext cx="5181600" cy="3885089"/>
          </a:xfrm>
          <a:prstGeom prst="rect"/>
        </p:spPr>
      </p:pic>
      <p:sp>
        <p:nvSpPr>
          <p:cNvPr id="4" name="Right Content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t>Sampler Av </a:t>
            </a:r>
          </a:p>
          <a:p>
            <a:pPr lvl="1"/>
            <a:r>
              <a:t>Sampler 1: 0.278</a:t>
            </a:r>
          </a:p>
          <a:p>
            <a:pPr lvl="1"/>
            <a:r>
              <a:t>Sampler 2: 0.183</a:t>
            </a:r>
          </a:p>
          <a:p>
            <a:r>
              <a:t>Kappa</a:t>
            </a:r>
          </a:p>
          <a:p>
            <a:pPr lvl="1"/>
            <a:r>
              <a:t>Sampler 1: 0.0096</a:t>
            </a:r>
          </a:p>
          <a:p>
            <a:pPr lvl="1"/>
            <a:r>
              <a:t>Sampler 2: 0.0359</a:t>
            </a:r>
          </a:p>
          <a:p>
            <a:r>
              <a:t>Goodness Of fit </a:t>
            </a:r>
          </a:p>
          <a:p>
            <a:pPr lvl="1"/>
            <a:r>
              <a:t>0.098059182482942764</a:t>
            </a:r>
          </a:p>
          <a:p>
            <a:r>
              <a:t>Range</a:t>
            </a:r>
          </a:p>
          <a:p>
            <a:pPr lvl="1"/>
            <a:r>
              <a:t>Sampler 1: 0.0328</a:t>
            </a:r>
          </a:p>
          <a:p>
            <a:pPr lvl="1"/>
            <a:r>
              <a:t>Sampler 2: 0.023</a:t>
            </a:r>
          </a:p>
          <a:p>
            <a:r>
              <a:t>dBm Mean</a:t>
            </a:r>
          </a:p>
          <a:p>
            <a:pPr lvl="1"/>
            <a:r>
              <a:t>DUT output 16.6669</a:t>
            </a:r>
          </a:p>
          <a:p>
            <a:pPr lvl="1"/>
            <a:r>
              <a:t>DUT input 5.18236</a:t>
            </a:r>
          </a:p>
          <a:p>
            <a:r>
              <a:t>RMS Error </a:t>
            </a:r>
          </a:p>
          <a:p>
            <a:pPr lvl="1"/>
            <a:r>
              <a:t>0.0555146</a:t>
            </a:r>
          </a:p>
          <a:p>
            <a:r>
              <a:t>Max Error </a:t>
            </a:r>
          </a:p>
          <a:p>
            <a:pPr lvl="1"/>
            <a:r>
              <a:t>0.0795087</a:t>
            </a:r>
          </a:p>
        </p:txBody>
      </p:sp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Coupled Line Performance At 10.40 GHz, 14.000000 dBm Output Power 1.77 V mean sampler bias</a:t>
            </a:r>
          </a:p>
        </p:txBody>
      </p:sp>
      <p:pic>
        <p:nvPicPr>
          <p:cNvPr id="3" name="Left Content"/>
          <p:cNvPicPr>
            <a:picLocks noChangeAspect="1" noGrp="1"/>
          </p:cNvPicPr>
          <p:nvPr>
            <p:ph idx="1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749"/>
            <a:ext cx="5181600" cy="3885089"/>
          </a:xfrm>
          <a:prstGeom prst="rect"/>
        </p:spPr>
      </p:pic>
      <p:sp>
        <p:nvSpPr>
          <p:cNvPr id="4" name="Right Content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t>Sampler Av </a:t>
            </a:r>
          </a:p>
          <a:p>
            <a:pPr lvl="1"/>
            <a:r>
              <a:t>Sampler 1: 0.322</a:t>
            </a:r>
          </a:p>
          <a:p>
            <a:pPr lvl="1"/>
            <a:r>
              <a:t>Sampler 2: 0.238</a:t>
            </a:r>
          </a:p>
          <a:p>
            <a:r>
              <a:t>Kappa</a:t>
            </a:r>
          </a:p>
          <a:p>
            <a:pPr lvl="1"/>
            <a:r>
              <a:t>Sampler 1: 0.0231</a:t>
            </a:r>
          </a:p>
          <a:p>
            <a:pPr lvl="1"/>
            <a:r>
              <a:t>Sampler 2: 0.0231</a:t>
            </a:r>
          </a:p>
          <a:p>
            <a:r>
              <a:t>Goodness Of fit </a:t>
            </a:r>
          </a:p>
          <a:p>
            <a:pPr lvl="1"/>
            <a:r>
              <a:t>0.22892641562124247</a:t>
            </a:r>
          </a:p>
          <a:p>
            <a:r>
              <a:t>Range</a:t>
            </a:r>
          </a:p>
          <a:p>
            <a:pPr lvl="1"/>
            <a:r>
              <a:t>Sampler 1: 0.0201</a:t>
            </a:r>
          </a:p>
          <a:p>
            <a:pPr lvl="1"/>
            <a:r>
              <a:t>Sampler 2: 0.0157</a:t>
            </a:r>
          </a:p>
          <a:p>
            <a:r>
              <a:t>dBm Mean</a:t>
            </a:r>
          </a:p>
          <a:p>
            <a:pPr lvl="1"/>
            <a:r>
              <a:t>DUT output 14.5296</a:t>
            </a:r>
          </a:p>
          <a:p>
            <a:pPr lvl="1"/>
            <a:r>
              <a:t>DUT input 2.9089</a:t>
            </a:r>
          </a:p>
          <a:p>
            <a:r>
              <a:t>RMS Error </a:t>
            </a:r>
          </a:p>
          <a:p>
            <a:pPr lvl="1"/>
            <a:r>
              <a:t>0.044177</a:t>
            </a:r>
          </a:p>
          <a:p>
            <a:r>
              <a:t>Max Error </a:t>
            </a:r>
          </a:p>
          <a:p>
            <a:pPr lvl="1"/>
            <a:r>
              <a:t>0.0933743</a:t>
            </a:r>
          </a:p>
        </p:txBody>
      </p:sp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Coupled Line Performance At 10.40 GHz, 14.000000 dBm Output Power 1.90 V mean sampler bias</a:t>
            </a:r>
          </a:p>
        </p:txBody>
      </p:sp>
      <p:pic>
        <p:nvPicPr>
          <p:cNvPr id="3" name="Left Content"/>
          <p:cNvPicPr>
            <a:picLocks noChangeAspect="1" noGrp="1"/>
          </p:cNvPicPr>
          <p:nvPr>
            <p:ph idx="1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749"/>
            <a:ext cx="5181600" cy="3885089"/>
          </a:xfrm>
          <a:prstGeom prst="rect"/>
        </p:spPr>
      </p:pic>
      <p:sp>
        <p:nvSpPr>
          <p:cNvPr id="4" name="Right Content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t>Sampler Av </a:t>
            </a:r>
          </a:p>
          <a:p>
            <a:pPr lvl="1"/>
            <a:r>
              <a:t>Sampler 1: 0.39</a:t>
            </a:r>
          </a:p>
          <a:p>
            <a:pPr lvl="1"/>
            <a:r>
              <a:t>Sampler 2: 0.259</a:t>
            </a:r>
          </a:p>
          <a:p>
            <a:r>
              <a:t>Kappa</a:t>
            </a:r>
          </a:p>
          <a:p>
            <a:pPr lvl="1"/>
            <a:r>
              <a:t>Sampler 1: 0.0212</a:t>
            </a:r>
          </a:p>
          <a:p>
            <a:pPr lvl="1"/>
            <a:r>
              <a:t>Sampler 2: 0.0212</a:t>
            </a:r>
          </a:p>
          <a:p>
            <a:r>
              <a:t>Goodness Of fit </a:t>
            </a:r>
          </a:p>
          <a:p>
            <a:pPr lvl="1"/>
            <a:r>
              <a:t>0.15880688763425105</a:t>
            </a:r>
          </a:p>
          <a:p>
            <a:r>
              <a:t>Range</a:t>
            </a:r>
          </a:p>
          <a:p>
            <a:pPr lvl="1"/>
            <a:r>
              <a:t>Sampler 1: 0.0219</a:t>
            </a:r>
          </a:p>
          <a:p>
            <a:pPr lvl="1"/>
            <a:r>
              <a:t>Sampler 2: 0.0158</a:t>
            </a:r>
          </a:p>
          <a:p>
            <a:r>
              <a:t>dBm Mean</a:t>
            </a:r>
          </a:p>
          <a:p>
            <a:pPr lvl="1"/>
            <a:r>
              <a:t>DUT output 14.7712</a:t>
            </a:r>
          </a:p>
          <a:p>
            <a:pPr lvl="1"/>
            <a:r>
              <a:t>DUT input 4.10848</a:t>
            </a:r>
          </a:p>
          <a:p>
            <a:r>
              <a:t>RMS Error </a:t>
            </a:r>
          </a:p>
          <a:p>
            <a:pPr lvl="1"/>
            <a:r>
              <a:t>0.0483381</a:t>
            </a:r>
          </a:p>
          <a:p>
            <a:r>
              <a:t>Max Error </a:t>
            </a:r>
          </a:p>
          <a:p>
            <a:pPr lvl="1"/>
            <a:r>
              <a:t>0.09717</a:t>
            </a:r>
          </a:p>
        </p:txBody>
      </p:sp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Coupled Line Performance At 10.70 GHz, 16.000000 dBm Output Power 2.00 V mean sampler bias</a:t>
            </a:r>
          </a:p>
        </p:txBody>
      </p:sp>
      <p:pic>
        <p:nvPicPr>
          <p:cNvPr id="3" name="Left Content"/>
          <p:cNvPicPr>
            <a:picLocks noChangeAspect="1" noGrp="1"/>
          </p:cNvPicPr>
          <p:nvPr>
            <p:ph idx="1" sz="half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749"/>
            <a:ext cx="5181600" cy="3885089"/>
          </a:xfrm>
          <a:prstGeom prst="rect"/>
        </p:spPr>
      </p:pic>
      <p:sp>
        <p:nvSpPr>
          <p:cNvPr id="4" name="Right Content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t>Sampler Av </a:t>
            </a:r>
          </a:p>
          <a:p>
            <a:pPr lvl="1"/>
            <a:r>
              <a:t>Sampler 1: 0.267</a:t>
            </a:r>
          </a:p>
          <a:p>
            <a:pPr lvl="1"/>
            <a:r>
              <a:t>Sampler 2: 0.147</a:t>
            </a:r>
          </a:p>
          <a:p>
            <a:r>
              <a:t>Kappa</a:t>
            </a:r>
          </a:p>
          <a:p>
            <a:pPr lvl="1"/>
            <a:r>
              <a:t>Sampler 1: 0.0265</a:t>
            </a:r>
          </a:p>
          <a:p>
            <a:pPr lvl="1"/>
            <a:r>
              <a:t>Sampler 2: 0.0255</a:t>
            </a:r>
          </a:p>
          <a:p>
            <a:r>
              <a:t>Goodness Of fit </a:t>
            </a:r>
          </a:p>
          <a:p>
            <a:pPr lvl="1"/>
            <a:r>
              <a:t>0.12387708155665898</a:t>
            </a:r>
          </a:p>
          <a:p>
            <a:r>
              <a:t>Range</a:t>
            </a:r>
          </a:p>
          <a:p>
            <a:pPr lvl="1"/>
            <a:r>
              <a:t>Sampler 1: 0.0379</a:t>
            </a:r>
          </a:p>
          <a:p>
            <a:pPr lvl="1"/>
            <a:r>
              <a:t>Sampler 2: 0.0215</a:t>
            </a:r>
          </a:p>
          <a:p>
            <a:r>
              <a:t>dBm Mean</a:t>
            </a:r>
          </a:p>
          <a:p>
            <a:pPr lvl="1"/>
            <a:r>
              <a:t>DUT output 16.9003</a:t>
            </a:r>
          </a:p>
          <a:p>
            <a:pPr lvl="1"/>
            <a:r>
              <a:t>DUT input 7.73278</a:t>
            </a:r>
          </a:p>
          <a:p>
            <a:r>
              <a:t>RMS Error </a:t>
            </a:r>
          </a:p>
          <a:p>
            <a:pPr lvl="1"/>
            <a:r>
              <a:t>0.0649632</a:t>
            </a:r>
          </a:p>
          <a:p>
            <a:r>
              <a:t>Max Error </a:t>
            </a:r>
          </a:p>
          <a:p>
            <a:pPr lvl="1"/>
            <a:r>
              <a:t>0.0904427</a:t>
            </a:r>
          </a:p>
        </p:txBody>
      </p:sp>
      <p:sp>
        <p:nvSpPr>
          <p:cNvPr id="5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