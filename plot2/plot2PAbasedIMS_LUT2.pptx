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88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1.60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30.244</a:t>
            </a:r>
          </a:p>
          <a:p>
            <a:pPr lvl="1"/>
            <a:r>
              <a:t>Sampler 2: 30.244</a:t>
            </a:r>
          </a:p>
          <a:p>
            <a:r>
              <a:t>Sampler Offset (rather than -1)</a:t>
            </a:r>
          </a:p>
          <a:p>
            <a:pPr lvl="1"/>
            <a:r>
              <a:t>-2.8982236290740651</a:t>
            </a:r>
          </a:p>
          <a:p>
            <a:r>
              <a:t>Goodness Of fit </a:t>
            </a:r>
          </a:p>
          <a:p>
            <a:pPr lvl="1"/>
            <a:r>
              <a:t>0.13726480564411167</a:t>
            </a:r>
          </a:p>
          <a:p>
            <a:r>
              <a:t>Sampler 1 Range</a:t>
            </a:r>
          </a:p>
          <a:p>
            <a:pPr lvl="1"/>
            <a:r>
              <a:t>0.0322563778</a:t>
            </a:r>
          </a:p>
          <a:p>
            <a:r>
              <a:t>Sampler 2 Range</a:t>
            </a:r>
          </a:p>
          <a:p>
            <a:pPr lvl="1"/>
            <a:r>
              <a:t>0.023383050400000001</a:t>
            </a:r>
          </a:p>
          <a:p>
            <a:r>
              <a:t>DUT output dBm Mean</a:t>
            </a:r>
          </a:p>
          <a:p>
            <a:pPr lvl="1"/>
            <a:r>
              <a:t>16.680004934490753</a:t>
            </a:r>
          </a:p>
          <a:p>
            <a:r>
              <a:t>DUT input dBm Mean</a:t>
            </a:r>
          </a:p>
          <a:p>
            <a:pPr lvl="1"/>
            <a:r>
              <a:t>5.1249169109238206</a:t>
            </a:r>
          </a:p>
          <a:p>
            <a:r>
              <a:t>RMS Error </a:t>
            </a:r>
          </a:p>
          <a:p>
            <a:pPr lvl="1"/>
            <a:r>
              <a:t>0.06775670072449283</a:t>
            </a:r>
          </a:p>
          <a:p>
            <a:r>
              <a:t>Max Error </a:t>
            </a:r>
          </a:p>
          <a:p>
            <a:pPr lvl="1"/>
            <a:r>
              <a:t>0.096008164762975579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37.231</a:t>
            </a:r>
          </a:p>
          <a:p>
            <a:pPr lvl="1"/>
            <a:r>
              <a:t>Sampler 2: 37.231</a:t>
            </a:r>
          </a:p>
          <a:p>
            <a:r>
              <a:t>Sampler Offset (rather than -1)</a:t>
            </a:r>
          </a:p>
          <a:p>
            <a:pPr lvl="1"/>
            <a:r>
              <a:t>-3.1788284378201692</a:t>
            </a:r>
          </a:p>
          <a:p>
            <a:r>
              <a:t>Goodness Of fit </a:t>
            </a:r>
          </a:p>
          <a:p>
            <a:pPr lvl="1"/>
            <a:r>
              <a:t>0.12166907202065433</a:t>
            </a:r>
          </a:p>
          <a:p>
            <a:r>
              <a:t>Sampler 1 Range</a:t>
            </a:r>
          </a:p>
          <a:p>
            <a:pPr lvl="1"/>
            <a:r>
              <a:t>0.027417510100000004</a:t>
            </a:r>
          </a:p>
          <a:p>
            <a:r>
              <a:t>Sampler 2 Range</a:t>
            </a:r>
          </a:p>
          <a:p>
            <a:pPr lvl="1"/>
            <a:r>
              <a:t>0.0218747223</a:t>
            </a:r>
          </a:p>
          <a:p>
            <a:r>
              <a:t>DUT output dBm Mean</a:t>
            </a:r>
          </a:p>
          <a:p>
            <a:pPr lvl="1"/>
            <a:r>
              <a:t>16.114601790934213</a:t>
            </a:r>
          </a:p>
          <a:p>
            <a:r>
              <a:t>DUT input dBm Mean</a:t>
            </a:r>
          </a:p>
          <a:p>
            <a:pPr lvl="1"/>
            <a:r>
              <a:t>4.332699205150254</a:t>
            </a:r>
          </a:p>
          <a:p>
            <a:r>
              <a:t>RMS Error </a:t>
            </a:r>
          </a:p>
          <a:p>
            <a:pPr lvl="1"/>
            <a:r>
              <a:t>0.045621461802833829</a:t>
            </a:r>
          </a:p>
          <a:p>
            <a:r>
              <a:t>Max Error </a:t>
            </a:r>
          </a:p>
          <a:p>
            <a:pPr lvl="1"/>
            <a:r>
              <a:t>0.084723703189411748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1.70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31.670</a:t>
            </a:r>
          </a:p>
          <a:p>
            <a:pPr lvl="1"/>
            <a:r>
              <a:t>Sampler 2: 31.670</a:t>
            </a:r>
          </a:p>
          <a:p>
            <a:r>
              <a:t>Sampler Offset (rather than -1)</a:t>
            </a:r>
          </a:p>
          <a:p>
            <a:pPr lvl="1"/>
            <a:r>
              <a:t>-3.0357092819182823</a:t>
            </a:r>
          </a:p>
          <a:p>
            <a:r>
              <a:t>Goodness Of fit </a:t>
            </a:r>
          </a:p>
          <a:p>
            <a:pPr lvl="1"/>
            <a:r>
              <a:t>0.098059182482942708</a:t>
            </a:r>
          </a:p>
          <a:p>
            <a:r>
              <a:t>Sampler 1 Range</a:t>
            </a:r>
          </a:p>
          <a:p>
            <a:pPr lvl="1"/>
            <a:r>
              <a:t>0.032770451300000003</a:t>
            </a:r>
          </a:p>
          <a:p>
            <a:r>
              <a:t>Sampler 2 Range</a:t>
            </a:r>
          </a:p>
          <a:p>
            <a:pPr lvl="1"/>
            <a:r>
              <a:t>0.022969365299999999</a:t>
            </a:r>
          </a:p>
          <a:p>
            <a:r>
              <a:t>DUT output dBm Mean</a:t>
            </a:r>
          </a:p>
          <a:p>
            <a:pPr lvl="1"/>
            <a:r>
              <a:t>16.666860184490751</a:t>
            </a:r>
          </a:p>
          <a:p>
            <a:r>
              <a:t>DUT input dBm Mean</a:t>
            </a:r>
          </a:p>
          <a:p>
            <a:pPr lvl="1"/>
            <a:r>
              <a:t>5.1823639109238213</a:t>
            </a:r>
          </a:p>
          <a:p>
            <a:r>
              <a:t>RMS Error </a:t>
            </a:r>
          </a:p>
          <a:p>
            <a:pPr lvl="1"/>
            <a:r>
              <a:t>0.055514560496422602</a:t>
            </a:r>
          </a:p>
          <a:p>
            <a:r>
              <a:t>Max Error </a:t>
            </a:r>
          </a:p>
          <a:p>
            <a:pPr lvl="1"/>
            <a:r>
              <a:t>0.079508735041993878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1.77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46.838</a:t>
            </a:r>
          </a:p>
          <a:p>
            <a:pPr lvl="1"/>
            <a:r>
              <a:t>Sampler 2: 46.838</a:t>
            </a:r>
          </a:p>
          <a:p>
            <a:r>
              <a:t>Sampler Offset (rather than -1)</a:t>
            </a:r>
          </a:p>
          <a:p>
            <a:pPr lvl="1"/>
            <a:r>
              <a:t>-3.5531356580609259</a:t>
            </a:r>
          </a:p>
          <a:p>
            <a:r>
              <a:t>Goodness Of fit </a:t>
            </a:r>
          </a:p>
          <a:p>
            <a:pPr lvl="1"/>
            <a:r>
              <a:t>0.22892641562124227</a:t>
            </a:r>
          </a:p>
          <a:p>
            <a:r>
              <a:t>Sampler 1 Range</a:t>
            </a:r>
          </a:p>
          <a:p>
            <a:pPr lvl="1"/>
            <a:r>
              <a:t>0.020136884099999995</a:t>
            </a:r>
          </a:p>
          <a:p>
            <a:r>
              <a:t>Sampler 2 Range</a:t>
            </a:r>
          </a:p>
          <a:p>
            <a:pPr lvl="1"/>
            <a:r>
              <a:t>0.015745912000000001</a:t>
            </a:r>
          </a:p>
          <a:p>
            <a:r>
              <a:t>DUT output dBm Mean</a:t>
            </a:r>
          </a:p>
          <a:p>
            <a:pPr lvl="1"/>
            <a:r>
              <a:t>14.529609796489771</a:t>
            </a:r>
          </a:p>
          <a:p>
            <a:r>
              <a:t>DUT input dBm Mean</a:t>
            </a:r>
          </a:p>
          <a:p>
            <a:pPr lvl="1"/>
            <a:r>
              <a:t>2.9089016773724761</a:t>
            </a:r>
          </a:p>
          <a:p>
            <a:r>
              <a:t>RMS Error </a:t>
            </a:r>
          </a:p>
          <a:p>
            <a:pPr lvl="1"/>
            <a:r>
              <a:t>0.044177016263585292</a:t>
            </a:r>
          </a:p>
          <a:p>
            <a:r>
              <a:t>Max Error </a:t>
            </a:r>
          </a:p>
          <a:p>
            <a:pPr lvl="1"/>
            <a:r>
              <a:t>0.093374293202553471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35.896</a:t>
            </a:r>
          </a:p>
          <a:p>
            <a:pPr lvl="1"/>
            <a:r>
              <a:t>Sampler 2: 35.896</a:t>
            </a:r>
          </a:p>
          <a:p>
            <a:r>
              <a:t>Sampler Offset (rather than -1)</a:t>
            </a:r>
          </a:p>
          <a:p>
            <a:pPr lvl="1"/>
            <a:r>
              <a:t>-2.9094700410891789</a:t>
            </a:r>
          </a:p>
          <a:p>
            <a:r>
              <a:t>Goodness Of fit </a:t>
            </a:r>
          </a:p>
          <a:p>
            <a:pPr lvl="1"/>
            <a:r>
              <a:t>0.15880688763425119</a:t>
            </a:r>
          </a:p>
          <a:p>
            <a:r>
              <a:t>Sampler 1 Range</a:t>
            </a:r>
          </a:p>
          <a:p>
            <a:pPr lvl="1"/>
            <a:r>
              <a:t>0.021863913499999998</a:t>
            </a:r>
          </a:p>
          <a:p>
            <a:r>
              <a:t>Sampler 2 Range</a:t>
            </a:r>
          </a:p>
          <a:p>
            <a:pPr lvl="1"/>
            <a:r>
              <a:t>0.015776935499999999</a:t>
            </a:r>
          </a:p>
          <a:p>
            <a:r>
              <a:t>DUT output dBm Mean</a:t>
            </a:r>
          </a:p>
          <a:p>
            <a:pPr lvl="1"/>
            <a:r>
              <a:t>14.771196613156434</a:t>
            </a:r>
          </a:p>
          <a:p>
            <a:r>
              <a:t>DUT input dBm Mean</a:t>
            </a:r>
          </a:p>
          <a:p>
            <a:pPr lvl="1"/>
            <a:r>
              <a:t>4.1084757051502541</a:t>
            </a:r>
          </a:p>
          <a:p>
            <a:r>
              <a:t>RMS Error </a:t>
            </a:r>
          </a:p>
          <a:p>
            <a:pPr lvl="1"/>
            <a:r>
              <a:t>0.048338080601732385</a:t>
            </a:r>
          </a:p>
          <a:p>
            <a:r>
              <a:t>Max Error </a:t>
            </a:r>
          </a:p>
          <a:p>
            <a:pPr lvl="1"/>
            <a:r>
              <a:t>0.097169983164696438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28.631</a:t>
            </a:r>
          </a:p>
          <a:p>
            <a:pPr lvl="1"/>
            <a:r>
              <a:t>Sampler 2: 28.631</a:t>
            </a:r>
          </a:p>
          <a:p>
            <a:r>
              <a:t>Sampler Offset (rather than -1)</a:t>
            </a:r>
          </a:p>
          <a:p>
            <a:pPr lvl="1"/>
            <a:r>
              <a:t>-3.0906726450794464</a:t>
            </a:r>
          </a:p>
          <a:p>
            <a:r>
              <a:t>Goodness Of fit </a:t>
            </a:r>
          </a:p>
          <a:p>
            <a:pPr lvl="1"/>
            <a:r>
              <a:t>0.12387708155638631</a:t>
            </a:r>
          </a:p>
          <a:p>
            <a:r>
              <a:t>Sampler 1 Range</a:t>
            </a:r>
          </a:p>
          <a:p>
            <a:pPr lvl="1"/>
            <a:r>
              <a:t>0.037890231099999998</a:t>
            </a:r>
          </a:p>
          <a:p>
            <a:r>
              <a:t>Sampler 2 Range</a:t>
            </a:r>
          </a:p>
          <a:p>
            <a:pPr lvl="1"/>
            <a:r>
              <a:t>0.021460514099999998</a:t>
            </a:r>
          </a:p>
          <a:p>
            <a:r>
              <a:t>DUT output dBm Mean</a:t>
            </a:r>
          </a:p>
          <a:p>
            <a:pPr lvl="1"/>
            <a:r>
              <a:t>16.900318334490752</a:t>
            </a:r>
          </a:p>
          <a:p>
            <a:r>
              <a:t>DUT input dBm Mean</a:t>
            </a:r>
          </a:p>
          <a:p>
            <a:pPr lvl="1"/>
            <a:r>
              <a:t>7.7327795775904882</a:t>
            </a:r>
          </a:p>
          <a:p>
            <a:r>
              <a:t>RMS Error </a:t>
            </a:r>
          </a:p>
          <a:p>
            <a:pPr lvl="1"/>
            <a:r>
              <a:t>0.064963244685192351</a:t>
            </a:r>
          </a:p>
          <a:p>
            <a:r>
              <a:t>Max Error </a:t>
            </a:r>
          </a:p>
          <a:p>
            <a:pPr lvl="1"/>
            <a:r>
              <a:t>0.090442606133943504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401</Words>
  <Application>Microsoft Macintosh PowerPoint</Application>
  <PresentationFormat>Widescreen</PresentationFormat>
  <Paragraphs>135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Coupledline Compiled Data</vt:lpstr>
      <vt:lpstr>Coupled Line Performance At 10.70 GHz, 16.000000 dBm Output Power 1.60 V mean sampler bias</vt:lpstr>
      <vt:lpstr>Coupled Line Performance At 10.40 GHz, 16.000000 dBm Output Power 1.70 V mean sampler bias</vt:lpstr>
      <vt:lpstr>Coupled Line Performance At 10.70 GHz, 16.000000 dBm Output Power 1.70 V mean sampler bias</vt:lpstr>
      <vt:lpstr>Coupled Line Performance At 10.40 GHz, 14.000000 dBm Output Power 1.77 V mean sampler bias</vt:lpstr>
      <vt:lpstr>Coupled Line Performance At 10.40 GHz, 14.000000 dBm Output Power 1.90 V mean sampler bias</vt:lpstr>
      <vt:lpstr>Coupled Line Performance At 10.70 GHz, 16.000000 dBm Output Power 2.00 V mean sampler bias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2025-11-11T19:20:17Z</dcterms:modified>
</cp:coreProperties>
</file>