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removePersonalInfoOnSave="1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10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 ?>
<Relationships xmlns="http://schemas.openxmlformats.org/package/2006/relationships">
  <Relationship Id="rId1" Target="slideMasters/slideMaster1.xml" Type="http://schemas.openxmlformats.org/officeDocument/2006/relationships/slideMaster"/>
  <Relationship Id="rId10" Target="slides/slide5.xml" Type="http://schemas.openxmlformats.org/officeDocument/2006/relationships/slide"/>
  <Relationship Id="rId11" Target="slides/slide6.xml" Type="http://schemas.openxmlformats.org/officeDocument/2006/relationships/slide"/>
  <Relationship Id="rId12" Target="slides/slide7.xml" Type="http://schemas.openxmlformats.org/officeDocument/2006/relationships/slide"/>
  <Relationship Id="rId13" Target="slides/slide8.xml" Type="http://schemas.openxmlformats.org/officeDocument/2006/relationships/slide"/>
  <Relationship Id="rId14" Target="slides/slide9.xml" Type="http://schemas.openxmlformats.org/officeDocument/2006/relationships/slide"/>
  <Relationship Id="rId15" Target="slides/slide10.xml" Type="http://schemas.openxmlformats.org/officeDocument/2006/relationships/slide"/>
  <Relationship Id="rId16" Target="slides/slide11.xml" Type="http://schemas.openxmlformats.org/officeDocument/2006/relationships/slide"/>
  <Relationship Id="rId17" Target="slides/slide12.xml" Type="http://schemas.openxmlformats.org/officeDocument/2006/relationships/slide"/>
  <Relationship Id="rId18" Target="slides/slide13.xml" Type="http://schemas.openxmlformats.org/officeDocument/2006/relationships/slide"/>
  <Relationship Id="rId19" Target="slides/slide14.xml" Type="http://schemas.openxmlformats.org/officeDocument/2006/relationships/slide"/>
  <Relationship Id="rId2" Target="presProps.xml" Type="http://schemas.openxmlformats.org/officeDocument/2006/relationships/presProps"/>
  <Relationship Id="rId20" Target="slides/slide15.xml" Type="http://schemas.openxmlformats.org/officeDocument/2006/relationships/slide"/>
  <Relationship Id="rId21" Target="slides/slide16.xml" Type="http://schemas.openxmlformats.org/officeDocument/2006/relationships/slide"/>
  <Relationship Id="rId22" Target="slides/slide17.xml" Type="http://schemas.openxmlformats.org/officeDocument/2006/relationships/slide"/>
  <Relationship Id="rId23" Target="slides/slide18.xml" Type="http://schemas.openxmlformats.org/officeDocument/2006/relationships/slide"/>
  <Relationship Id="rId24" Target="slides/slide19.xml" Type="http://schemas.openxmlformats.org/officeDocument/2006/relationships/slide"/>
  <Relationship Id="rId25" Target="slides/slide20.xml" Type="http://schemas.openxmlformats.org/officeDocument/2006/relationships/slide"/>
  <Relationship Id="rId26" Target="slides/slide21.xml" Type="http://schemas.openxmlformats.org/officeDocument/2006/relationships/slide"/>
  <Relationship Id="rId27" Target="slides/slide22.xml" Type="http://schemas.openxmlformats.org/officeDocument/2006/relationships/slide"/>
  <Relationship Id="rId28" Target="slides/slide23.xml" Type="http://schemas.openxmlformats.org/officeDocument/2006/relationships/slide"/>
  <Relationship Id="rId29" Target="slides/slide24.xml" Type="http://schemas.openxmlformats.org/officeDocument/2006/relationships/slide"/>
  <Relationship Id="rId3" Target="viewProps.xml" Type="http://schemas.openxmlformats.org/officeDocument/2006/relationships/viewProps"/>
  <Relationship Id="rId30" Target="slides/slide25.xml" Type="http://schemas.openxmlformats.org/officeDocument/2006/relationships/slide"/>
  <Relationship Id="rId31" Target="slides/slide26.xml" Type="http://schemas.openxmlformats.org/officeDocument/2006/relationships/slide"/>
  <Relationship Id="rId32" Target="slides/slide27.xml" Type="http://schemas.openxmlformats.org/officeDocument/2006/relationships/slide"/>
  <Relationship Id="rId33" Target="slides/slide28.xml" Type="http://schemas.openxmlformats.org/officeDocument/2006/relationships/slide"/>
  <Relationship Id="rId34" Target="slides/slide29.xml" Type="http://schemas.openxmlformats.org/officeDocument/2006/relationships/slide"/>
  <Relationship Id="rId35" Target="slides/slide30.xml" Type="http://schemas.openxmlformats.org/officeDocument/2006/relationships/slide"/>
  <Relationship Id="rId36" Target="slides/slide31.xml" Type="http://schemas.openxmlformats.org/officeDocument/2006/relationships/slide"/>
  <Relationship Id="rId37" Target="slides/slide32.xml" Type="http://schemas.openxmlformats.org/officeDocument/2006/relationships/slide"/>
  <Relationship Id="rId38" Target="slides/slide33.xml" Type="http://schemas.openxmlformats.org/officeDocument/2006/relationships/slide"/>
  <Relationship Id="rId39" Target="slides/slide34.xml" Type="http://schemas.openxmlformats.org/officeDocument/2006/relationships/slide"/>
  <Relationship Id="rId4" Target="theme/theme1.xml" Type="http://schemas.openxmlformats.org/officeDocument/2006/relationships/theme"/>
  <Relationship Id="rId40" Target="slides/slide35.xml" Type="http://schemas.openxmlformats.org/officeDocument/2006/relationships/slide"/>
  <Relationship Id="rId41" Target="slides/slide36.xml" Type="http://schemas.openxmlformats.org/officeDocument/2006/relationships/slide"/>
  <Relationship Id="rId42" Target="slides/slide37.xml" Type="http://schemas.openxmlformats.org/officeDocument/2006/relationships/slide"/>
  <Relationship Id="rId43" Target="slides/slide38.xml" Type="http://schemas.openxmlformats.org/officeDocument/2006/relationships/slide"/>
  <Relationship Id="rId44" Target="slides/slide39.xml" Type="http://schemas.openxmlformats.org/officeDocument/2006/relationships/slide"/>
  <Relationship Id="rId45" Target="slides/slide40.xml" Type="http://schemas.openxmlformats.org/officeDocument/2006/relationships/slide"/>
  <Relationship Id="rId46" Target="slides/slide41.xml" Type="http://schemas.openxmlformats.org/officeDocument/2006/relationships/slide"/>
  <Relationship Id="rId47" Target="slides/slide42.xml" Type="http://schemas.openxmlformats.org/officeDocument/2006/relationships/slide"/>
  <Relationship Id="rId5" Target="tableStyles.xml" Type="http://schemas.openxmlformats.org/officeDocument/2006/relationships/tableStyles"/>
  <Relationship Id="rId6" Target="slides/slide1.xml" Type="http://schemas.openxmlformats.org/officeDocument/2006/relationships/slide"/>
  <Relationship Id="rId7" Target="slides/slide2.xml" Type="http://schemas.openxmlformats.org/officeDocument/2006/relationships/slide"/>
  <Relationship Id="rId8" Target="slides/slide3.xml" Type="http://schemas.openxmlformats.org/officeDocument/2006/relationships/slide"/>
  <Relationship Id="rId9" Target="slides/slide4.xml" Type="http://schemas.openxmlformats.org/officeDocument/2006/relationships/slide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773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Left Content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Left Text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eft Content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ight Text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ight Content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8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05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841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033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44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69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02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45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able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13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75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07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
  <Relationship Id="rId1" Target="../slideLayouts/slideLayout1.xml" Type="http://schemas.openxmlformats.org/officeDocument/2006/relationships/slideLayout"/>
</Relationships>

</file>

<file path=ppt/slides/_rels/slide2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26d04972-cfac-4457-a7cf-7e22ad8651dc.png" Type="http://schemas.openxmlformats.org/officeDocument/2006/relationships/image"/>
</Relationships>

</file>

<file path=ppt/slides/_rels/slide3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f1b800fb-24a2-411e-b276-79604f40f984.png" Type="http://schemas.openxmlformats.org/officeDocument/2006/relationships/image"/>
</Relationships>

</file>

<file path=ppt/slides/_rels/slide4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6f29182f-c0e2-43e3-aecc-4e7743bdcdbd.png" Type="http://schemas.openxmlformats.org/officeDocument/2006/relationships/image"/>
</Relationships>

</file>

<file path=ppt/slides/_rels/slide5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a42f1080-34ba-47f8-83b4-68678eb26172.png" Type="http://schemas.openxmlformats.org/officeDocument/2006/relationships/image"/>
</Relationships>

</file>

<file path=ppt/slides/_rels/slide6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a4c710e5-a3b4-4bcc-ac38-67219c84bdef.png" Type="http://schemas.openxmlformats.org/officeDocument/2006/relationships/image"/>
</Relationships>

</file>

<file path=ppt/slides/_rels/slide7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4f08e70c-753c-4216-ad61-f50b15e0f393.png" Type="http://schemas.openxmlformats.org/officeDocument/2006/relationships/image"/>
</Relationships>

</file>

<file path=ppt/slides/_rels/slide8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9e85083a-bf2b-4f15-8c60-2d89ba8a03af.png" Type="http://schemas.openxmlformats.org/officeDocument/2006/relationships/image"/>
</Relationships>

</file>

<file path=ppt/slides/_rels/slide9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cd651f5b-ed26-474c-a55a-46b85b11a838.png" Type="http://schemas.openxmlformats.org/officeDocument/2006/relationships/image"/>
</Relationships>

</file>

<file path=ppt/slides/_rels/slide10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490a8962-ebfc-44f0-a51e-9700af55f85a.png" Type="http://schemas.openxmlformats.org/officeDocument/2006/relationships/image"/>
</Relationships>

</file>

<file path=ppt/slides/_rels/slide11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2833e6d8-cf7c-4225-a921-d6ae8b6e4a08.png" Type="http://schemas.openxmlformats.org/officeDocument/2006/relationships/image"/>
</Relationships>

</file>

<file path=ppt/slides/_rels/slide12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36b45b0b-3b86-4624-bba3-b3062900e530.png" Type="http://schemas.openxmlformats.org/officeDocument/2006/relationships/image"/>
</Relationships>

</file>

<file path=ppt/slides/_rels/slide13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27d273ba-ff30-4226-9f26-2a71f6f05de7.png" Type="http://schemas.openxmlformats.org/officeDocument/2006/relationships/image"/>
</Relationships>

</file>

<file path=ppt/slides/_rels/slide14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ea6c0056-8db0-424b-8140-120b5fed5caa.png" Type="http://schemas.openxmlformats.org/officeDocument/2006/relationships/image"/>
</Relationships>

</file>

<file path=ppt/slides/_rels/slide15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ed3498ab-4741-4045-a145-c4381f15f550.png" Type="http://schemas.openxmlformats.org/officeDocument/2006/relationships/image"/>
</Relationships>

</file>

<file path=ppt/slides/_rels/slide16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5176356f-8ba9-4b5b-a62f-b66f7106e279.png" Type="http://schemas.openxmlformats.org/officeDocument/2006/relationships/image"/>
</Relationships>

</file>

<file path=ppt/slides/_rels/slide17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c24f40aa-6ea4-47ba-8228-ea92c9a7ee24.png" Type="http://schemas.openxmlformats.org/officeDocument/2006/relationships/image"/>
</Relationships>

</file>

<file path=ppt/slides/_rels/slide18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48cdefdc-5d10-4b95-b472-a2e63aadc9c1.png" Type="http://schemas.openxmlformats.org/officeDocument/2006/relationships/image"/>
</Relationships>

</file>

<file path=ppt/slides/_rels/slide19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081dc24d-56ac-4e3e-90f0-452232520555.png" Type="http://schemas.openxmlformats.org/officeDocument/2006/relationships/image"/>
</Relationships>

</file>

<file path=ppt/slides/_rels/slide20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06cbc78b-f7fb-4c56-a3ef-bf3087ab9c6d.png" Type="http://schemas.openxmlformats.org/officeDocument/2006/relationships/image"/>
</Relationships>

</file>

<file path=ppt/slides/_rels/slide21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d81a500c-1356-48b8-a85e-1981757ced7f.png" Type="http://schemas.openxmlformats.org/officeDocument/2006/relationships/image"/>
</Relationships>

</file>

<file path=ppt/slides/_rels/slide22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7e793006-b78a-4d9b-ba73-20e4f135cc2f.png" Type="http://schemas.openxmlformats.org/officeDocument/2006/relationships/image"/>
</Relationships>

</file>

<file path=ppt/slides/_rels/slide23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c3e72fb4-876e-499d-b368-8cdd09dec06d.png" Type="http://schemas.openxmlformats.org/officeDocument/2006/relationships/image"/>
</Relationships>

</file>

<file path=ppt/slides/_rels/slide24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9474c173-0336-41d6-b38c-59809d6c8c5f.png" Type="http://schemas.openxmlformats.org/officeDocument/2006/relationships/image"/>
</Relationships>

</file>

<file path=ppt/slides/_rels/slide25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78872c45-d1cc-4f8a-8d19-6561d9b1eda9.png" Type="http://schemas.openxmlformats.org/officeDocument/2006/relationships/image"/>
</Relationships>

</file>

<file path=ppt/slides/_rels/slide26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870fa38b-6f92-4cb4-a739-cd5280a96a0d.png" Type="http://schemas.openxmlformats.org/officeDocument/2006/relationships/image"/>
</Relationships>

</file>

<file path=ppt/slides/_rels/slide27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5a179474-f271-45f1-8a1f-6cfc918d7ec6.png" Type="http://schemas.openxmlformats.org/officeDocument/2006/relationships/image"/>
</Relationships>

</file>

<file path=ppt/slides/_rels/slide28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54c9b49e-e86b-4fec-8584-adf4c8e43828.png" Type="http://schemas.openxmlformats.org/officeDocument/2006/relationships/image"/>
</Relationships>

</file>

<file path=ppt/slides/_rels/slide29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a3393ccd-1b69-4091-9205-503e9f4facd3.png" Type="http://schemas.openxmlformats.org/officeDocument/2006/relationships/image"/>
</Relationships>

</file>

<file path=ppt/slides/_rels/slide30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1f4513ba-375c-48c8-b91c-3d4d9a3e2f9e.png" Type="http://schemas.openxmlformats.org/officeDocument/2006/relationships/image"/>
</Relationships>

</file>

<file path=ppt/slides/_rels/slide31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d540f79f-781c-4f97-8b93-774922a61686.png" Type="http://schemas.openxmlformats.org/officeDocument/2006/relationships/image"/>
</Relationships>

</file>

<file path=ppt/slides/_rels/slide32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7cb92966-e59a-470b-a21a-8647c38f52cb.png" Type="http://schemas.openxmlformats.org/officeDocument/2006/relationships/image"/>
</Relationships>

</file>

<file path=ppt/slides/_rels/slide33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31b97b7c-799a-46b2-b760-71d129067958.png" Type="http://schemas.openxmlformats.org/officeDocument/2006/relationships/image"/>
</Relationships>

</file>

<file path=ppt/slides/_rels/slide34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b6eac8c3-2792-4d0e-9087-86d73d4c6fcf.png" Type="http://schemas.openxmlformats.org/officeDocument/2006/relationships/image"/>
</Relationships>

</file>

<file path=ppt/slides/_rels/slide35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0f41a5e1-6185-4145-8f5e-51fed860db13.png" Type="http://schemas.openxmlformats.org/officeDocument/2006/relationships/image"/>
</Relationships>

</file>

<file path=ppt/slides/_rels/slide36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401cbc7e-30f3-4757-b2d6-e0e5edc343c1.png" Type="http://schemas.openxmlformats.org/officeDocument/2006/relationships/image"/>
</Relationships>

</file>

<file path=ppt/slides/_rels/slide37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4071e875-65e5-43de-a243-79e10cacc6fb.png" Type="http://schemas.openxmlformats.org/officeDocument/2006/relationships/image"/>
</Relationships>

</file>

<file path=ppt/slides/_rels/slide38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6cabd447-f275-4e16-a88f-39e0c9aee0d2.png" Type="http://schemas.openxmlformats.org/officeDocument/2006/relationships/image"/>
</Relationships>

</file>

<file path=ppt/slides/_rels/slide39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54c108da-9ed4-4c60-9bbb-085bd4f39900.png" Type="http://schemas.openxmlformats.org/officeDocument/2006/relationships/image"/>
</Relationships>

</file>

<file path=ppt/slides/_rels/slide40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0f0b5c6e-1256-4c85-8ea6-78db60847394.png" Type="http://schemas.openxmlformats.org/officeDocument/2006/relationships/image"/>
</Relationships>

</file>

<file path=ppt/slides/_rels/slide41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f869ffec-eedb-4e0a-b3e3-2cc0cd9d92cd.png" Type="http://schemas.openxmlformats.org/officeDocument/2006/relationships/image"/>
</Relationships>

</file>

<file path=ppt/slides/_rels/slide42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65a2e852-6d0f-4d5b-9cfa-e3fdb8eb5ad5.png" Type="http://schemas.openxmlformats.org/officeDocument/2006/relationships/image"/>
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/>
          <a:p>
            <a:r>
              <a:t>Load Termination Report</a:t>
            </a:r>
          </a:p>
        </p:txBody>
      </p:sp>
      <p:sp>
        <p:nvSpPr>
          <p:cNvPr id="3" name="Subtitle"/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endParaRPr/>
          </a:p>
        </p:txBody>
      </p:sp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at8GHz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at8.1GHz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at8.2GHz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at8.3GHz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at8.4GHz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at8.5GHz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at8.6GHz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at8.7GHz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at8.8GHz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at8.9GHz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at9GHz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at9.1GHz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at9.2GHz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at9.3GHz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at9.4GHz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at9.5GHz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at9.6GHz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at9.7GHz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at9.8GHz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at9.9GHz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at10GHz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at10.1GHz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at10.2GHz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at10.3GHz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at10.4GHz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at10.5GHz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at10.6GHz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at10.7GHz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at10.8GHz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at10.9GHz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at11GHz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at11.1GHz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at11.2GHz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at11.3GHz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at11.4GHz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at11.5GHz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at11.6GHz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at11.7GHz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at11.8GHz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at11.9GHz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at12GHz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.potx" id="{4DAAD9BA-8E58-4898-BC8A-99302C4F06E1}" vid="{BA943B1D-2A1C-434D-B720-D47753C609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9</cp:revision>
  <dcterms:created xsi:type="dcterms:W3CDTF">2014-10-29T15:36:00Z</dcterms:created>
  <dcterms:modified xsi:type="dcterms:W3CDTF">2019-03-21T19:04:45Z</dcterms:modified>
</cp:coreProperties>
</file>