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26" Target="slides/slide21.xml" Type="http://schemas.openxmlformats.org/officeDocument/2006/relationships/slide"/>
  <Relationship Id="rId27" Target="slides/slide22.xml" Type="http://schemas.openxmlformats.org/officeDocument/2006/relationships/slide"/>
  <Relationship Id="rId28" Target="slides/slide23.xml" Type="http://schemas.openxmlformats.org/officeDocument/2006/relationships/slide"/>
  <Relationship Id="rId29" Target="slides/slide24.xml" Type="http://schemas.openxmlformats.org/officeDocument/2006/relationships/slide"/>
  <Relationship Id="rId3" Target="viewProps.xml" Type="http://schemas.openxmlformats.org/officeDocument/2006/relationships/viewProps"/>
  <Relationship Id="rId30" Target="slides/slide25.xml" Type="http://schemas.openxmlformats.org/officeDocument/2006/relationships/slide"/>
  <Relationship Id="rId31" Target="slides/slide26.xml" Type="http://schemas.openxmlformats.org/officeDocument/2006/relationships/slide"/>
  <Relationship Id="rId32" Target="slides/slide27.xml" Type="http://schemas.openxmlformats.org/officeDocument/2006/relationships/slide"/>
  <Relationship Id="rId33" Target="slides/slide28.xml" Type="http://schemas.openxmlformats.org/officeDocument/2006/relationships/slide"/>
  <Relationship Id="rId34" Target="slides/slide29.xml" Type="http://schemas.openxmlformats.org/officeDocument/2006/relationships/slide"/>
  <Relationship Id="rId35" Target="slides/slide30.xml" Type="http://schemas.openxmlformats.org/officeDocument/2006/relationships/slide"/>
  <Relationship Id="rId36" Target="slides/slide31.xml" Type="http://schemas.openxmlformats.org/officeDocument/2006/relationships/slide"/>
  <Relationship Id="rId37" Target="slides/slide32.xml" Type="http://schemas.openxmlformats.org/officeDocument/2006/relationships/slide"/>
  <Relationship Id="rId38" Target="slides/slide33.xml" Type="http://schemas.openxmlformats.org/officeDocument/2006/relationships/slide"/>
  <Relationship Id="rId39" Target="slides/slide34.xml" Type="http://schemas.openxmlformats.org/officeDocument/2006/relationships/slide"/>
  <Relationship Id="rId4" Target="theme/theme1.xml" Type="http://schemas.openxmlformats.org/officeDocument/2006/relationships/theme"/>
  <Relationship Id="rId40" Target="slides/slide35.xml" Type="http://schemas.openxmlformats.org/officeDocument/2006/relationships/slide"/>
  <Relationship Id="rId41" Target="slides/slide36.xml" Type="http://schemas.openxmlformats.org/officeDocument/2006/relationships/slide"/>
  <Relationship Id="rId42" Target="slides/slide37.xml" Type="http://schemas.openxmlformats.org/officeDocument/2006/relationships/slide"/>
  <Relationship Id="rId43" Target="slides/slide38.xml" Type="http://schemas.openxmlformats.org/officeDocument/2006/relationships/slide"/>
  <Relationship Id="rId44" Target="slides/slide39.xml" Type="http://schemas.openxmlformats.org/officeDocument/2006/relationships/slide"/>
  <Relationship Id="rId45" Target="slides/slide40.xml" Type="http://schemas.openxmlformats.org/officeDocument/2006/relationships/slide"/>
  <Relationship Id="rId46" Target="slides/slide41.xml" Type="http://schemas.openxmlformats.org/officeDocument/2006/relationships/slide"/>
  <Relationship Id="rId47" Target="slides/slide42.xml" Type="http://schemas.openxmlformats.org/officeDocument/2006/relationships/slid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87fd6c3-8ec2-44d9-9f81-699be1fb9e2d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d5c56333-8051-46e1-bd17-c1f48dbf0bd2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ec9666a5-27d8-4b77-8849-908e20ff2c39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5f93347c-6889-4b69-979c-7f7d583308d3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905dbc1-5188-4827-a91a-454a31bdf44f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aa88179-5b41-4cc9-8872-98d014836897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10aca20a-ebc3-4978-977b-a9666d8f1465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1833f3b-9a78-4a32-8ef4-adf97d2f3beb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992a9504-a2b0-4cef-a667-b09a3304fd19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b78b3a8a-61b1-4b05-baa3-546d813d4139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e62202e-8ef4-4ec8-9209-bd44bda06215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2390494-a713-4309-88a6-a40ca8f757d3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3bb43ad-5dca-4bfb-8305-c3f0860b89de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39046dff-20a2-4f19-9c50-ab708b50ebf7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f15b620-eb15-46bf-b164-7b208286bc4f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57c8f5f2-0a0c-4590-ad86-866898e8d3fa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3312d212-138f-4d76-97c7-bef39f047ee8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1bea50d7-4cc8-450a-91f0-1157d1102fea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b4a1537-1402-44e6-92da-c52ba726d78d.png" Type="http://schemas.openxmlformats.org/officeDocument/2006/relationships/image"/>
</Relationships>

</file>

<file path=ppt/slides/_rels/slide2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0f0507c-4a47-4e10-8834-9b30ffd28d4f.png" Type="http://schemas.openxmlformats.org/officeDocument/2006/relationships/image"/>
</Relationships>

</file>

<file path=ppt/slides/_rels/slide2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f95a746-8173-4d40-83bb-c3f7775070b8.png" Type="http://schemas.openxmlformats.org/officeDocument/2006/relationships/image"/>
</Relationships>

</file>

<file path=ppt/slides/_rels/slide2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e1a75fbb-b31c-4fbf-8683-96844d99f1b4.png" Type="http://schemas.openxmlformats.org/officeDocument/2006/relationships/image"/>
</Relationships>

</file>

<file path=ppt/slides/_rels/slide2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6cca2ab-3675-46fc-8e9a-7fe96dda3517.png" Type="http://schemas.openxmlformats.org/officeDocument/2006/relationships/image"/>
</Relationships>

</file>

<file path=ppt/slides/_rels/slide2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040d710b-56cc-42df-abc9-1ac1fd0456f9.png" Type="http://schemas.openxmlformats.org/officeDocument/2006/relationships/image"/>
</Relationships>

</file>

<file path=ppt/slides/_rels/slide2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6c303bb3-f96c-4330-bb8a-3c6797852758.png" Type="http://schemas.openxmlformats.org/officeDocument/2006/relationships/image"/>
</Relationships>

</file>

<file path=ppt/slides/_rels/slide2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30a4f5d-3b3b-4540-87dc-22ff03ec3e6f.png" Type="http://schemas.openxmlformats.org/officeDocument/2006/relationships/image"/>
</Relationships>

</file>

<file path=ppt/slides/_rels/slide2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299e728-3127-4229-96e1-cc90eb2af24c.png" Type="http://schemas.openxmlformats.org/officeDocument/2006/relationships/image"/>
</Relationships>

</file>

<file path=ppt/slides/_rels/slide2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72616c1-fc30-491a-8b65-94c709cc9018.png" Type="http://schemas.openxmlformats.org/officeDocument/2006/relationships/image"/>
</Relationships>

</file>

<file path=ppt/slides/_rels/slide3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145057ba-40e4-45b2-9a17-a5d89745bae6.png" Type="http://schemas.openxmlformats.org/officeDocument/2006/relationships/image"/>
</Relationships>

</file>

<file path=ppt/slides/_rels/slide3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f763df6-a202-4ead-90c5-490e48d623fa.png" Type="http://schemas.openxmlformats.org/officeDocument/2006/relationships/image"/>
</Relationships>

</file>

<file path=ppt/slides/_rels/slide3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b99a57d-5bf7-4d83-aefa-40170e28d2c9.png" Type="http://schemas.openxmlformats.org/officeDocument/2006/relationships/image"/>
</Relationships>

</file>

<file path=ppt/slides/_rels/slide33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45099cc8-a99f-4e3d-9c43-62ba5ea87d72.png" Type="http://schemas.openxmlformats.org/officeDocument/2006/relationships/image"/>
</Relationships>

</file>

<file path=ppt/slides/_rels/slide34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da04b823-bc69-4344-9729-de5bdb6968b5.png" Type="http://schemas.openxmlformats.org/officeDocument/2006/relationships/image"/>
</Relationships>

</file>

<file path=ppt/slides/_rels/slide35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be1ef519-3a33-489c-b38a-217d3d84d45e.png" Type="http://schemas.openxmlformats.org/officeDocument/2006/relationships/image"/>
</Relationships>

</file>

<file path=ppt/slides/_rels/slide36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81aeceac-48e5-4ee9-852a-366c18202692.png" Type="http://schemas.openxmlformats.org/officeDocument/2006/relationships/image"/>
</Relationships>

</file>

<file path=ppt/slides/_rels/slide37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2391e7ee-fade-422e-92ff-a1bef1bec095.png" Type="http://schemas.openxmlformats.org/officeDocument/2006/relationships/image"/>
</Relationships>

</file>

<file path=ppt/slides/_rels/slide38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b9b48f8e-1b86-48f7-8df1-e8015a9b7f39.png" Type="http://schemas.openxmlformats.org/officeDocument/2006/relationships/image"/>
</Relationships>

</file>

<file path=ppt/slides/_rels/slide39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7eb1ba3-f5bd-47ee-82dd-a1dcb2077e87.png" Type="http://schemas.openxmlformats.org/officeDocument/2006/relationships/image"/>
</Relationships>

</file>

<file path=ppt/slides/_rels/slide40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fce91682-f6e4-4502-b0a4-2b257a50f18b.png" Type="http://schemas.openxmlformats.org/officeDocument/2006/relationships/image"/>
</Relationships>

</file>

<file path=ppt/slides/_rels/slide41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c4522648-b917-4e95-abf9-3a39484b06e9.png" Type="http://schemas.openxmlformats.org/officeDocument/2006/relationships/image"/>
</Relationships>

</file>

<file path=ppt/slides/_rels/slide42.xml.rels><?xml version="1.0" encoding="UTF-8" standalone="yes" ?>
<Relationships xmlns="http://schemas.openxmlformats.org/package/2006/relationships">
  <Relationship Id="rId1" Target="../slideLayouts/slideLayout13.xml" Type="http://schemas.openxmlformats.org/officeDocument/2006/relationships/slideLayout"/>
  <Relationship Id="rId2" Target="../media/38b509c8-e07d-40e5-b557-17b345b08804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Load Termination Report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at8.9GHz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at9.9GHz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at10.9GHz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at11.1GHz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at11.3GHz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at11.4GHz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at11.5GHz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at11.6GHz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at11.7GHz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at11.8GHz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at11.9GHz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userDrawn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termination plot at12GHz</a:t>
            </a:r>
          </a:p>
        </p:txBody>
      </p:sp>
      <p:sp>
        <p:nvSpPr>
          <p:cNvPr id="3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"/>
          <p:cNvPicPr>
            <a:picLocks noChangeAspect="1" noGrp="1"/>
          </p:cNvPicPr>
          <p:nvPr>
            <p:ph idx="13" sz="quarter" type="pic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44755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