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8691d169-7205-4fd9-9045-b4b1cb2db6f8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de45d697-d9bb-45f6-8c96-21728f2514b8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eace4770-b522-41d5-b0f7-d71be3eff635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52946145-2f4d-490c-80da-86480666485c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25b8c747-dba3-4832-bbb9-87207430c124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cf3ad483-7d55-40a0-8e3b-dd7a058b8b8d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9ed16db8-8813-4bad-9785-a33dc218c86d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115f1933-d6ca-46d3-9be8-c9499c3db8de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ceb18300-67dd-4327-8547-19bdd746d55e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1.70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37.231</a:t>
            </a:r>
          </a:p>
          <a:p>
            <a:pPr lvl="1"/>
            <a:r>
              <a:t>Sampler 2: 37.231</a:t>
            </a:r>
          </a:p>
          <a:p>
            <a:r>
              <a:t>Sampler Offset (rather than -1)</a:t>
            </a:r>
          </a:p>
          <a:p>
            <a:pPr lvl="1"/>
            <a:r>
              <a:t>-3.1788284378201692</a:t>
            </a:r>
          </a:p>
          <a:p>
            <a:r>
              <a:t>Goodness Of fit </a:t>
            </a:r>
          </a:p>
          <a:p>
            <a:pPr lvl="1"/>
            <a:r>
              <a:t>0.12166907202065433</a:t>
            </a:r>
          </a:p>
          <a:p>
            <a:r>
              <a:t>Sampler 1 Range</a:t>
            </a:r>
          </a:p>
          <a:p>
            <a:pPr lvl="1"/>
            <a:r>
              <a:t>0.027417510100000004</a:t>
            </a:r>
          </a:p>
          <a:p>
            <a:r>
              <a:t>Sampler 2 Range</a:t>
            </a:r>
          </a:p>
          <a:p>
            <a:pPr lvl="1"/>
            <a:r>
              <a:t>0.0218747223</a:t>
            </a:r>
          </a:p>
          <a:p>
            <a:r>
              <a:t>DUT output dBm Mean</a:t>
            </a:r>
          </a:p>
          <a:p>
            <a:pPr lvl="1"/>
            <a:r>
              <a:t>16.114601790934213</a:t>
            </a:r>
          </a:p>
          <a:p>
            <a:r>
              <a:t>DUT input dBm Mean</a:t>
            </a:r>
          </a:p>
          <a:p>
            <a:pPr lvl="1"/>
            <a:r>
              <a:t>4.332699205150254</a:t>
            </a:r>
          </a:p>
          <a:p>
            <a:r>
              <a:t>RMS Error </a:t>
            </a:r>
          </a:p>
          <a:p>
            <a:pPr lvl="1"/>
            <a:r>
              <a:t>0.045621461802833829</a:t>
            </a:r>
          </a:p>
          <a:p>
            <a:r>
              <a:t>Max Error </a:t>
            </a:r>
          </a:p>
          <a:p>
            <a:pPr lvl="1"/>
            <a:r>
              <a:t>0.084723703189411748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1.70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31.670</a:t>
            </a:r>
          </a:p>
          <a:p>
            <a:pPr lvl="1"/>
            <a:r>
              <a:t>Sampler 2: 31.670</a:t>
            </a:r>
          </a:p>
          <a:p>
            <a:r>
              <a:t>Sampler Offset (rather than -1)</a:t>
            </a:r>
          </a:p>
          <a:p>
            <a:pPr lvl="1"/>
            <a:r>
              <a:t>-3.0357092819182823</a:t>
            </a:r>
          </a:p>
          <a:p>
            <a:r>
              <a:t>Goodness Of fit </a:t>
            </a:r>
          </a:p>
          <a:p>
            <a:pPr lvl="1"/>
            <a:r>
              <a:t>0.098059182482942708</a:t>
            </a:r>
          </a:p>
          <a:p>
            <a:r>
              <a:t>Sampler 1 Range</a:t>
            </a:r>
          </a:p>
          <a:p>
            <a:pPr lvl="1"/>
            <a:r>
              <a:t>0.032770451300000003</a:t>
            </a:r>
          </a:p>
          <a:p>
            <a:r>
              <a:t>Sampler 2 Range</a:t>
            </a:r>
          </a:p>
          <a:p>
            <a:pPr lvl="1"/>
            <a:r>
              <a:t>0.022969365299999999</a:t>
            </a:r>
          </a:p>
          <a:p>
            <a:r>
              <a:t>DUT output dBm Mean</a:t>
            </a:r>
          </a:p>
          <a:p>
            <a:pPr lvl="1"/>
            <a:r>
              <a:t>16.666860184490751</a:t>
            </a:r>
          </a:p>
          <a:p>
            <a:r>
              <a:t>DUT input dBm Mean</a:t>
            </a:r>
          </a:p>
          <a:p>
            <a:pPr lvl="1"/>
            <a:r>
              <a:t>5.1823639109238213</a:t>
            </a:r>
          </a:p>
          <a:p>
            <a:r>
              <a:t>RMS Error </a:t>
            </a:r>
          </a:p>
          <a:p>
            <a:pPr lvl="1"/>
            <a:r>
              <a:t>0.055514560496422602</a:t>
            </a:r>
          </a:p>
          <a:p>
            <a:r>
              <a:t>Max Error </a:t>
            </a:r>
          </a:p>
          <a:p>
            <a:pPr lvl="1"/>
            <a:r>
              <a:t>0.079508735041993878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1.70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23.584</a:t>
            </a:r>
          </a:p>
          <a:p>
            <a:pPr lvl="1"/>
            <a:r>
              <a:t>Sampler 2: 23.584</a:t>
            </a:r>
          </a:p>
          <a:p>
            <a:r>
              <a:t>Sampler Offset (rather than -1)</a:t>
            </a:r>
          </a:p>
          <a:p>
            <a:pPr lvl="1"/>
            <a:r>
              <a:t>-2.3928734794920006</a:t>
            </a:r>
          </a:p>
          <a:p>
            <a:r>
              <a:t>Goodness Of fit </a:t>
            </a:r>
          </a:p>
          <a:p>
            <a:pPr lvl="1"/>
            <a:r>
              <a:t>0.27473500064506962</a:t>
            </a:r>
          </a:p>
          <a:p>
            <a:r>
              <a:t>Sampler 1 Range</a:t>
            </a:r>
          </a:p>
          <a:p>
            <a:pPr lvl="1"/>
            <a:r>
              <a:t>0.040079704699999996</a:t>
            </a:r>
          </a:p>
          <a:p>
            <a:r>
              <a:t>Sampler 2 Range</a:t>
            </a:r>
          </a:p>
          <a:p>
            <a:pPr lvl="1"/>
            <a:r>
              <a:t>0.031522902899999997</a:t>
            </a:r>
          </a:p>
          <a:p>
            <a:r>
              <a:t>DUT output dBm Mean</a:t>
            </a:r>
          </a:p>
          <a:p>
            <a:pPr lvl="1"/>
            <a:r>
              <a:t>18.017481518711993</a:t>
            </a:r>
          </a:p>
          <a:p>
            <a:r>
              <a:t>DUT input dBm Mean</a:t>
            </a:r>
          </a:p>
          <a:p>
            <a:pPr lvl="1"/>
            <a:r>
              <a:t>6.2666640940391414</a:t>
            </a:r>
          </a:p>
          <a:p>
            <a:r>
              <a:t>RMS Error </a:t>
            </a:r>
          </a:p>
          <a:p>
            <a:pPr lvl="1"/>
            <a:r>
              <a:t>0.063969776525187344</a:t>
            </a:r>
          </a:p>
          <a:p>
            <a:r>
              <a:t>Max Error </a:t>
            </a:r>
          </a:p>
          <a:p>
            <a:pPr lvl="1"/>
            <a:r>
              <a:t>0.14503028164862153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1.77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46.838</a:t>
            </a:r>
          </a:p>
          <a:p>
            <a:pPr lvl="1"/>
            <a:r>
              <a:t>Sampler 2: 46.838</a:t>
            </a:r>
          </a:p>
          <a:p>
            <a:r>
              <a:t>Sampler Offset (rather than -1)</a:t>
            </a:r>
          </a:p>
          <a:p>
            <a:pPr lvl="1"/>
            <a:r>
              <a:t>-3.5531356580609259</a:t>
            </a:r>
          </a:p>
          <a:p>
            <a:r>
              <a:t>Goodness Of fit </a:t>
            </a:r>
          </a:p>
          <a:p>
            <a:pPr lvl="1"/>
            <a:r>
              <a:t>0.22892641562124227</a:t>
            </a:r>
          </a:p>
          <a:p>
            <a:r>
              <a:t>Sampler 1 Range</a:t>
            </a:r>
          </a:p>
          <a:p>
            <a:pPr lvl="1"/>
            <a:r>
              <a:t>0.020136884099999995</a:t>
            </a:r>
          </a:p>
          <a:p>
            <a:r>
              <a:t>Sampler 2 Range</a:t>
            </a:r>
          </a:p>
          <a:p>
            <a:pPr lvl="1"/>
            <a:r>
              <a:t>0.015745912000000001</a:t>
            </a:r>
          </a:p>
          <a:p>
            <a:r>
              <a:t>DUT output dBm Mean</a:t>
            </a:r>
          </a:p>
          <a:p>
            <a:pPr lvl="1"/>
            <a:r>
              <a:t>14.529609796489771</a:t>
            </a:r>
          </a:p>
          <a:p>
            <a:r>
              <a:t>DUT input dBm Mean</a:t>
            </a:r>
          </a:p>
          <a:p>
            <a:pPr lvl="1"/>
            <a:r>
              <a:t>2.9089016773724761</a:t>
            </a:r>
          </a:p>
          <a:p>
            <a:r>
              <a:t>RMS Error </a:t>
            </a:r>
          </a:p>
          <a:p>
            <a:pPr lvl="1"/>
            <a:r>
              <a:t>0.044177016263585292</a:t>
            </a:r>
          </a:p>
          <a:p>
            <a:r>
              <a:t>Max Error </a:t>
            </a:r>
          </a:p>
          <a:p>
            <a:pPr lvl="1"/>
            <a:r>
              <a:t>0.093374293202553471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1.80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32.802</a:t>
            </a:r>
          </a:p>
          <a:p>
            <a:pPr lvl="1"/>
            <a:r>
              <a:t>Sampler 2: 32.802</a:t>
            </a:r>
          </a:p>
          <a:p>
            <a:r>
              <a:t>Sampler Offset (rather than -1)</a:t>
            </a:r>
          </a:p>
          <a:p>
            <a:pPr lvl="1"/>
            <a:r>
              <a:t>-3.2308358327858318</a:t>
            </a:r>
          </a:p>
          <a:p>
            <a:r>
              <a:t>Goodness Of fit </a:t>
            </a:r>
          </a:p>
          <a:p>
            <a:pPr lvl="1"/>
            <a:r>
              <a:t>0.070913582150695958</a:t>
            </a:r>
          </a:p>
          <a:p>
            <a:r>
              <a:t>Sampler 1 Range</a:t>
            </a:r>
          </a:p>
          <a:p>
            <a:pPr lvl="1"/>
            <a:r>
              <a:t>0.034000380999999996</a:t>
            </a:r>
          </a:p>
          <a:p>
            <a:r>
              <a:t>Sampler 2 Range</a:t>
            </a:r>
          </a:p>
          <a:p>
            <a:pPr lvl="1"/>
            <a:r>
              <a:t>0.0221460856</a:t>
            </a:r>
          </a:p>
          <a:p>
            <a:r>
              <a:t>DUT output dBm Mean</a:t>
            </a:r>
          </a:p>
          <a:p>
            <a:pPr lvl="1"/>
            <a:r>
              <a:t>16.684218101157416</a:t>
            </a:r>
          </a:p>
          <a:p>
            <a:r>
              <a:t>DUT input dBm Mean</a:t>
            </a:r>
          </a:p>
          <a:p>
            <a:pPr lvl="1"/>
            <a:r>
              <a:t>5.599995410923821</a:t>
            </a:r>
          </a:p>
          <a:p>
            <a:r>
              <a:t>RMS Error </a:t>
            </a:r>
          </a:p>
          <a:p>
            <a:pPr lvl="1"/>
            <a:r>
              <a:t>0.049602722376044753</a:t>
            </a:r>
          </a:p>
          <a:p>
            <a:r>
              <a:t>Max Error </a:t>
            </a:r>
          </a:p>
          <a:p>
            <a:pPr lvl="1"/>
            <a:r>
              <a:t>0.11057648873565054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1.85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41.745</a:t>
            </a:r>
          </a:p>
          <a:p>
            <a:pPr lvl="1"/>
            <a:r>
              <a:t>Sampler 2: 41.745</a:t>
            </a:r>
          </a:p>
          <a:p>
            <a:r>
              <a:t>Sampler Offset (rather than -1)</a:t>
            </a:r>
          </a:p>
          <a:p>
            <a:pPr lvl="1"/>
            <a:r>
              <a:t>-3.2439945173441593</a:t>
            </a:r>
          </a:p>
          <a:p>
            <a:r>
              <a:t>Goodness Of fit </a:t>
            </a:r>
          </a:p>
          <a:p>
            <a:pPr lvl="1"/>
            <a:r>
              <a:t>0.16504619273299637</a:t>
            </a:r>
          </a:p>
          <a:p>
            <a:r>
              <a:t>Sampler 1 Range</a:t>
            </a:r>
          </a:p>
          <a:p>
            <a:pPr lvl="1"/>
            <a:r>
              <a:t>0.020744503600000002</a:t>
            </a:r>
          </a:p>
          <a:p>
            <a:r>
              <a:t>Sampler 2 Range</a:t>
            </a:r>
          </a:p>
          <a:p>
            <a:pPr lvl="1"/>
            <a:r>
              <a:t>0.015378494700000002</a:t>
            </a:r>
          </a:p>
          <a:p>
            <a:r>
              <a:t>DUT output dBm Mean</a:t>
            </a:r>
          </a:p>
          <a:p>
            <a:pPr lvl="1"/>
            <a:r>
              <a:t>14.649872457600878</a:t>
            </a:r>
          </a:p>
          <a:p>
            <a:r>
              <a:t>DUT input dBm Mean</a:t>
            </a:r>
          </a:p>
          <a:p>
            <a:pPr lvl="1"/>
            <a:r>
              <a:t>3.4157580940391421</a:t>
            </a:r>
          </a:p>
          <a:p>
            <a:r>
              <a:t>RMS Error </a:t>
            </a:r>
          </a:p>
          <a:p>
            <a:pPr lvl="1"/>
            <a:r>
              <a:t>0.049994673399330933</a:t>
            </a:r>
          </a:p>
          <a:p>
            <a:r>
              <a:t>Max Error </a:t>
            </a:r>
          </a:p>
          <a:p>
            <a:pPr lvl="1"/>
            <a:r>
              <a:t>0.11034997514692524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1.85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31.332</a:t>
            </a:r>
          </a:p>
          <a:p>
            <a:pPr lvl="1"/>
            <a:r>
              <a:t>Sampler 2: 31.332</a:t>
            </a:r>
          </a:p>
          <a:p>
            <a:r>
              <a:t>Sampler Offset (rather than -1)</a:t>
            </a:r>
          </a:p>
          <a:p>
            <a:pPr lvl="1"/>
            <a:r>
              <a:t>-2.6533049355799472</a:t>
            </a:r>
          </a:p>
          <a:p>
            <a:r>
              <a:t>Goodness Of fit </a:t>
            </a:r>
          </a:p>
          <a:p>
            <a:pPr lvl="1"/>
            <a:r>
              <a:t>0.21816855086265707</a:t>
            </a:r>
          </a:p>
          <a:p>
            <a:r>
              <a:t>Sampler 1 Range</a:t>
            </a:r>
          </a:p>
          <a:p>
            <a:pPr lvl="1"/>
            <a:r>
              <a:t>0.0263670667</a:t>
            </a:r>
          </a:p>
          <a:p>
            <a:r>
              <a:t>Sampler 2 Range</a:t>
            </a:r>
          </a:p>
          <a:p>
            <a:pPr lvl="1"/>
            <a:r>
              <a:t>0.019313220499999999</a:t>
            </a:r>
          </a:p>
          <a:p>
            <a:r>
              <a:t>DUT output dBm Mean</a:t>
            </a:r>
          </a:p>
          <a:p>
            <a:pPr lvl="1"/>
            <a:r>
              <a:t>15.772175618711991</a:t>
            </a:r>
          </a:p>
          <a:p>
            <a:r>
              <a:t>DUT input dBm Mean</a:t>
            </a:r>
          </a:p>
          <a:p>
            <a:pPr lvl="1"/>
            <a:r>
              <a:t>4.6558474273724757</a:t>
            </a:r>
          </a:p>
          <a:p>
            <a:r>
              <a:t>RMS Error </a:t>
            </a:r>
          </a:p>
          <a:p>
            <a:pPr lvl="1"/>
            <a:r>
              <a:t>0.057381216563449168</a:t>
            </a:r>
          </a:p>
          <a:p>
            <a:r>
              <a:t>Max Error </a:t>
            </a:r>
          </a:p>
          <a:p>
            <a:pPr lvl="1"/>
            <a:r>
              <a:t>0.12610904294383152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35.896</a:t>
            </a:r>
          </a:p>
          <a:p>
            <a:pPr lvl="1"/>
            <a:r>
              <a:t>Sampler 2: 35.896</a:t>
            </a:r>
          </a:p>
          <a:p>
            <a:r>
              <a:t>Sampler Offset (rather than -1)</a:t>
            </a:r>
          </a:p>
          <a:p>
            <a:pPr lvl="1"/>
            <a:r>
              <a:t>-2.9094700410891789</a:t>
            </a:r>
          </a:p>
          <a:p>
            <a:r>
              <a:t>Goodness Of fit </a:t>
            </a:r>
          </a:p>
          <a:p>
            <a:pPr lvl="1"/>
            <a:r>
              <a:t>0.15880688763425119</a:t>
            </a:r>
          </a:p>
          <a:p>
            <a:r>
              <a:t>Sampler 1 Range</a:t>
            </a:r>
          </a:p>
          <a:p>
            <a:pPr lvl="1"/>
            <a:r>
              <a:t>0.021863913499999998</a:t>
            </a:r>
          </a:p>
          <a:p>
            <a:r>
              <a:t>Sampler 2 Range</a:t>
            </a:r>
          </a:p>
          <a:p>
            <a:pPr lvl="1"/>
            <a:r>
              <a:t>0.015776935499999999</a:t>
            </a:r>
          </a:p>
          <a:p>
            <a:r>
              <a:t>DUT output dBm Mean</a:t>
            </a:r>
          </a:p>
          <a:p>
            <a:pPr lvl="1"/>
            <a:r>
              <a:t>14.771196613156434</a:t>
            </a:r>
          </a:p>
          <a:p>
            <a:r>
              <a:t>DUT input dBm Mean</a:t>
            </a:r>
          </a:p>
          <a:p>
            <a:pPr lvl="1"/>
            <a:r>
              <a:t>4.1084757051502541</a:t>
            </a:r>
          </a:p>
          <a:p>
            <a:r>
              <a:t>RMS Error </a:t>
            </a:r>
          </a:p>
          <a:p>
            <a:pPr lvl="1"/>
            <a:r>
              <a:t>0.048338080601732385</a:t>
            </a:r>
          </a:p>
          <a:p>
            <a:r>
              <a:t>Max Error </a:t>
            </a:r>
          </a:p>
          <a:p>
            <a:pPr lvl="1"/>
            <a:r>
              <a:t>0.097169983164696438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GHz, 16.000000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749"/>
            <a:ext cx="5181600" cy="388508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28.631</a:t>
            </a:r>
          </a:p>
          <a:p>
            <a:pPr lvl="1"/>
            <a:r>
              <a:t>Sampler 2: 28.631</a:t>
            </a:r>
          </a:p>
          <a:p>
            <a:r>
              <a:t>Sampler Offset (rather than -1)</a:t>
            </a:r>
          </a:p>
          <a:p>
            <a:pPr lvl="1"/>
            <a:r>
              <a:t>-3.0906726450794464</a:t>
            </a:r>
          </a:p>
          <a:p>
            <a:r>
              <a:t>Goodness Of fit </a:t>
            </a:r>
          </a:p>
          <a:p>
            <a:pPr lvl="1"/>
            <a:r>
              <a:t>0.12387708155638631</a:t>
            </a:r>
          </a:p>
          <a:p>
            <a:r>
              <a:t>Sampler 1 Range</a:t>
            </a:r>
          </a:p>
          <a:p>
            <a:pPr lvl="1"/>
            <a:r>
              <a:t>0.037890231099999998</a:t>
            </a:r>
          </a:p>
          <a:p>
            <a:r>
              <a:t>Sampler 2 Range</a:t>
            </a:r>
          </a:p>
          <a:p>
            <a:pPr lvl="1"/>
            <a:r>
              <a:t>0.021460514099999998</a:t>
            </a:r>
          </a:p>
          <a:p>
            <a:r>
              <a:t>DUT output dBm Mean</a:t>
            </a:r>
          </a:p>
          <a:p>
            <a:pPr lvl="1"/>
            <a:r>
              <a:t>16.900318334490752</a:t>
            </a:r>
          </a:p>
          <a:p>
            <a:r>
              <a:t>DUT input dBm Mean</a:t>
            </a:r>
          </a:p>
          <a:p>
            <a:pPr lvl="1"/>
            <a:r>
              <a:t>7.7327795775904882</a:t>
            </a:r>
          </a:p>
          <a:p>
            <a:r>
              <a:t>RMS Error </a:t>
            </a:r>
          </a:p>
          <a:p>
            <a:pPr lvl="1"/>
            <a:r>
              <a:t>0.064963244685192351</a:t>
            </a:r>
          </a:p>
          <a:p>
            <a:r>
              <a:t>Max Error </a:t>
            </a:r>
          </a:p>
          <a:p>
            <a:pPr lvl="1"/>
            <a:r>
              <a:t>0.090442606133943504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