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c60bf532-1e65-4b6d-b1f7-0247cb2d80d0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3a391bc7-9bd3-4712-b464-00e3a807bbf0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7289a29a-af84-4c24-b704-be5bc63c6088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095eba8e-f638-4983-a19a-8f0ba232a3fc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1c87acc7-d6ee-4cee-8eb0-06de4371ec26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6d4a0e94-5a3f-4441-ac7a-6a3170a8ebed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8eae48a3-dfee-4936-89fa-01b8a0728da7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50917a09-0bf3-4e96-b7e5-3f3cf928f978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6414a4dd-5d1c-447a-9b10-b34a32c891aa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10.000000 dBm Output Power 1.50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0.449</a:t>
            </a:r>
          </a:p>
          <a:p>
            <a:pPr lvl="1"/>
            <a:r>
              <a:t>Sampler 2: 0.366</a:t>
            </a:r>
          </a:p>
          <a:p>
            <a:r>
              <a:t>Kappa</a:t>
            </a:r>
          </a:p>
          <a:p>
            <a:pPr lvl="1"/>
            <a:r>
              <a:t>Sampler 1: 0.13</a:t>
            </a:r>
          </a:p>
          <a:p>
            <a:pPr lvl="1"/>
            <a:r>
              <a:t>Sampler 2: 0.13</a:t>
            </a:r>
          </a:p>
          <a:p>
            <a:r>
              <a:t>Goodness Of fit </a:t>
            </a:r>
          </a:p>
          <a:p>
            <a:pPr lvl="1"/>
            <a:r>
              <a:t>0.062071463746388195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9.98551</a:t>
            </a:r>
          </a:p>
          <a:p>
            <a:pPr lvl="1"/>
            <a:r>
              <a:t>DUT input 10.5002</a:t>
            </a:r>
          </a:p>
          <a:p>
            <a:r>
              <a:t>RMS Error </a:t>
            </a:r>
          </a:p>
          <a:p>
            <a:pPr lvl="1"/>
            <a:r>
              <a:t>0.0646817</a:t>
            </a:r>
          </a:p>
          <a:p>
            <a:r>
              <a:t>Max Error </a:t>
            </a:r>
          </a:p>
          <a:p>
            <a:pPr lvl="1"/>
            <a:r>
              <a:t>0.0969043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6.000000 dBm Output Power 1.75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0.509</a:t>
            </a:r>
          </a:p>
          <a:p>
            <a:pPr lvl="1"/>
            <a:r>
              <a:t>Sampler 2: 0.423</a:t>
            </a:r>
          </a:p>
          <a:p>
            <a:r>
              <a:t>Kappa</a:t>
            </a:r>
          </a:p>
          <a:p>
            <a:pPr lvl="1"/>
            <a:r>
              <a:t>Sampler 1: 0.268</a:t>
            </a:r>
          </a:p>
          <a:p>
            <a:pPr lvl="1"/>
            <a:r>
              <a:t>Sampler 2: 0.259</a:t>
            </a:r>
          </a:p>
          <a:p>
            <a:r>
              <a:t>Goodness Of fit </a:t>
            </a:r>
          </a:p>
          <a:p>
            <a:pPr lvl="1"/>
            <a:r>
              <a:t>0.046643622884976255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5.93986</a:t>
            </a:r>
          </a:p>
          <a:p>
            <a:pPr lvl="1"/>
            <a:r>
              <a:t>DUT input 6.45489</a:t>
            </a:r>
          </a:p>
          <a:p>
            <a:r>
              <a:t>RMS Error </a:t>
            </a:r>
          </a:p>
          <a:p>
            <a:pPr lvl="1"/>
            <a:r>
              <a:t>0.0691828</a:t>
            </a:r>
          </a:p>
          <a:p>
            <a:r>
              <a:t>Max Error </a:t>
            </a:r>
          </a:p>
          <a:p>
            <a:pPr lvl="1"/>
            <a:r>
              <a:t>0.0713563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10.80 GHz, 10.000000 dBm Output Power 1.75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0.385</a:t>
            </a:r>
          </a:p>
          <a:p>
            <a:pPr lvl="1"/>
            <a:r>
              <a:t>Sampler 2: 0.409</a:t>
            </a:r>
          </a:p>
          <a:p>
            <a:r>
              <a:t>Kappa</a:t>
            </a:r>
          </a:p>
          <a:p>
            <a:pPr lvl="1"/>
            <a:r>
              <a:t>Sampler 1: 0.266</a:t>
            </a:r>
          </a:p>
          <a:p>
            <a:pPr lvl="1"/>
            <a:r>
              <a:t>Sampler 2: 0.265</a:t>
            </a:r>
          </a:p>
          <a:p>
            <a:r>
              <a:t>Goodness Of fit </a:t>
            </a:r>
          </a:p>
          <a:p>
            <a:pPr lvl="1"/>
            <a:r>
              <a:t>0.10644441446538641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9.98928</a:t>
            </a:r>
          </a:p>
          <a:p>
            <a:pPr lvl="1"/>
            <a:r>
              <a:t>DUT input 10.4341</a:t>
            </a:r>
          </a:p>
          <a:p>
            <a:r>
              <a:t>RMS Error </a:t>
            </a:r>
          </a:p>
          <a:p>
            <a:pPr lvl="1"/>
            <a:r>
              <a:t>0.0575422</a:t>
            </a:r>
          </a:p>
          <a:p>
            <a:r>
              <a:t>Max Error </a:t>
            </a:r>
          </a:p>
          <a:p>
            <a:pPr lvl="1"/>
            <a:r>
              <a:t>0.0946929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10.000000 dBm Output Power 1.75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0.426</a:t>
            </a:r>
          </a:p>
          <a:p>
            <a:pPr lvl="1"/>
            <a:r>
              <a:t>Sampler 2: 0.365</a:t>
            </a:r>
          </a:p>
          <a:p>
            <a:r>
              <a:t>Kappa</a:t>
            </a:r>
          </a:p>
          <a:p>
            <a:pPr lvl="1"/>
            <a:r>
              <a:t>Sampler 1: 0.265</a:t>
            </a:r>
          </a:p>
          <a:p>
            <a:pPr lvl="1"/>
            <a:r>
              <a:t>Sampler 2: 0.265</a:t>
            </a:r>
          </a:p>
          <a:p>
            <a:r>
              <a:t>Goodness Of fit </a:t>
            </a:r>
          </a:p>
          <a:p>
            <a:pPr lvl="1"/>
            <a:r>
              <a:t>0.031863705692576717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9.98905</a:t>
            </a:r>
          </a:p>
          <a:p>
            <a:pPr lvl="1"/>
            <a:r>
              <a:t>DUT input 10.5074</a:t>
            </a:r>
          </a:p>
          <a:p>
            <a:r>
              <a:t>RMS Error </a:t>
            </a:r>
          </a:p>
          <a:p>
            <a:pPr lvl="1"/>
            <a:r>
              <a:t>0.0439668</a:t>
            </a:r>
          </a:p>
          <a:p>
            <a:r>
              <a:t>Max Error </a:t>
            </a:r>
          </a:p>
          <a:p>
            <a:pPr lvl="1"/>
            <a:r>
              <a:t>0.0712259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8.000000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0.439</a:t>
            </a:r>
          </a:p>
          <a:p>
            <a:pPr lvl="1"/>
            <a:r>
              <a:t>Sampler 2: 0.378</a:t>
            </a:r>
          </a:p>
          <a:p>
            <a:r>
              <a:t>Kappa</a:t>
            </a:r>
          </a:p>
          <a:p>
            <a:pPr lvl="1"/>
            <a:r>
              <a:t>Sampler 1: 0.412</a:t>
            </a:r>
          </a:p>
          <a:p>
            <a:pPr lvl="1"/>
            <a:r>
              <a:t>Sampler 2: 0.409</a:t>
            </a:r>
          </a:p>
          <a:p>
            <a:r>
              <a:t>Goodness Of fit </a:t>
            </a:r>
          </a:p>
          <a:p>
            <a:pPr lvl="1"/>
            <a:r>
              <a:t>0.025366009392892481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7.98543</a:t>
            </a:r>
          </a:p>
          <a:p>
            <a:pPr lvl="1"/>
            <a:r>
              <a:t>DUT input 8.50184</a:t>
            </a:r>
          </a:p>
          <a:p>
            <a:r>
              <a:t>RMS Error </a:t>
            </a:r>
          </a:p>
          <a:p>
            <a:pPr lvl="1"/>
            <a:r>
              <a:t>0.0487065</a:t>
            </a:r>
          </a:p>
          <a:p>
            <a:r>
              <a:t>Max Error </a:t>
            </a:r>
          </a:p>
          <a:p>
            <a:pPr lvl="1"/>
            <a:r>
              <a:t>0.0704244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11.20 GHz, 8.000000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0.378</a:t>
            </a:r>
          </a:p>
          <a:p>
            <a:pPr lvl="1"/>
            <a:r>
              <a:t>Sampler 2: 0.336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0.067979902529492292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8.00985</a:t>
            </a:r>
          </a:p>
          <a:p>
            <a:pPr lvl="1"/>
            <a:r>
              <a:t>DUT input 8.52097</a:t>
            </a:r>
          </a:p>
          <a:p>
            <a:r>
              <a:t>RMS Error </a:t>
            </a:r>
          </a:p>
          <a:p>
            <a:pPr lvl="1"/>
            <a:r>
              <a:t>0.0640061</a:t>
            </a:r>
          </a:p>
          <a:p>
            <a:r>
              <a:t>Max Error </a:t>
            </a:r>
          </a:p>
          <a:p>
            <a:pPr lvl="1"/>
            <a:r>
              <a:t>0.0879221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10.80 GHz, 10.000000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0.32</a:t>
            </a:r>
          </a:p>
          <a:p>
            <a:pPr lvl="1"/>
            <a:r>
              <a:t>Sampler 2: 0.343</a:t>
            </a:r>
          </a:p>
          <a:p>
            <a:r>
              <a:t>Kappa</a:t>
            </a:r>
          </a:p>
          <a:p>
            <a:pPr lvl="1"/>
            <a:r>
              <a:t>Sampler 1: 0.412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0.10935600373483753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9.97368</a:t>
            </a:r>
          </a:p>
          <a:p>
            <a:pPr lvl="1"/>
            <a:r>
              <a:t>DUT input 10.4174</a:t>
            </a:r>
          </a:p>
          <a:p>
            <a:r>
              <a:t>RMS Error </a:t>
            </a:r>
          </a:p>
          <a:p>
            <a:pPr lvl="1"/>
            <a:r>
              <a:t>0.0580391</a:t>
            </a:r>
          </a:p>
          <a:p>
            <a:r>
              <a:t>Max Error </a:t>
            </a:r>
          </a:p>
          <a:p>
            <a:pPr lvl="1"/>
            <a:r>
              <a:t>0.0999925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10.000000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0.393</a:t>
            </a:r>
          </a:p>
          <a:p>
            <a:pPr lvl="1"/>
            <a:r>
              <a:t>Sampler 2: 0.339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0.024656456459019312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9.97417</a:t>
            </a:r>
          </a:p>
          <a:p>
            <a:pPr lvl="1"/>
            <a:r>
              <a:t>DUT input 10.4914</a:t>
            </a:r>
          </a:p>
          <a:p>
            <a:r>
              <a:t>RMS Error </a:t>
            </a:r>
          </a:p>
          <a:p>
            <a:pPr lvl="1"/>
            <a:r>
              <a:t>0.0361116</a:t>
            </a:r>
          </a:p>
          <a:p>
            <a:r>
              <a:t>Max Error </a:t>
            </a:r>
          </a:p>
          <a:p>
            <a:pPr lvl="1"/>
            <a:r>
              <a:t>0.0697982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11.00 GHz, 10.000000 dBm Output Power 2.00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0.415</a:t>
            </a:r>
          </a:p>
          <a:p>
            <a:pPr lvl="1"/>
            <a:r>
              <a:t>Sampler 2: 0.416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0.051220588194671859</a:t>
            </a:r>
          </a:p>
          <a:p>
            <a:r>
              <a:t>Range</a:t>
            </a:r>
          </a:p>
          <a:p/>
          <a:p>
            <a:r>
              <a:t>dBm Mean</a:t>
            </a:r>
          </a:p>
          <a:p>
            <a:pPr lvl="1"/>
            <a:r>
              <a:t>DUT output 10.0123</a:t>
            </a:r>
          </a:p>
          <a:p>
            <a:pPr lvl="1"/>
            <a:r>
              <a:t>DUT input 10.4481</a:t>
            </a:r>
          </a:p>
          <a:p>
            <a:r>
              <a:t>RMS Error </a:t>
            </a:r>
          </a:p>
          <a:p>
            <a:pPr lvl="1"/>
            <a:r>
              <a:t>0.0532743</a:t>
            </a:r>
          </a:p>
          <a:p>
            <a:r>
              <a:t>Max Error </a:t>
            </a:r>
          </a:p>
          <a:p>
            <a:pPr lvl="1"/>
            <a:r>
              <a:t>0.0845864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