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r>
              <a:t>Coupledline Compiled Data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Coupled Line Performance At 10.40 GHz, 16.000000 dBm Output Power 1.72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70000" lnSpcReduction="20000"/>
          </a:bodyPr>
          <a:lstStyle/>
          <a:p>
            <a:r>
              <a:t>Sampler Av </a:t>
            </a:r>
          </a:p>
          <a:p>
            <a:pPr lvl="1"/>
            <a:r>
              <a:t>Sampler 1: 0.3</a:t>
            </a:r>
          </a:p>
          <a:p>
            <a:pPr lvl="1"/>
            <a:r>
              <a:t>Sampler 2: 0.226</a:t>
            </a:r>
          </a:p>
          <a:p>
            <a:r>
              <a:t>Kappa</a:t>
            </a:r>
          </a:p>
          <a:p>
            <a:pPr lvl="1"/>
            <a:r>
              <a:t>Sampler 1: 0.0227</a:t>
            </a:r>
          </a:p>
          <a:p>
            <a:pPr lvl="1"/>
            <a:r>
              <a:t>Sampler 2: 0.0253</a:t>
            </a:r>
          </a:p>
          <a:p>
            <a:r>
              <a:t>Goodness Of fit </a:t>
            </a:r>
          </a:p>
          <a:p>
            <a:pPr lvl="1"/>
            <a:r>
              <a:t>0.30560928325761405</a:t>
            </a:r>
          </a:p>
          <a:p>
            <a:r>
              <a:t>Range</a:t>
            </a:r>
          </a:p>
          <a:p>
            <a:pPr lvl="1"/>
            <a:r>
              <a:t>Sampler 1: 0.0274</a:t>
            </a:r>
          </a:p>
          <a:p>
            <a:pPr lvl="1"/>
            <a:r>
              <a:t>Sampler 2: 0.022</a:t>
            </a:r>
          </a:p>
          <a:p>
            <a:r>
              <a:t>dBm Mean</a:t>
            </a:r>
          </a:p>
          <a:p>
            <a:pPr lvl="1"/>
            <a:r>
              <a:t>DUT output 16.0742</a:t>
            </a:r>
          </a:p>
          <a:p>
            <a:pPr lvl="1"/>
            <a:r>
              <a:t>DUT input 4.34667</a:t>
            </a:r>
          </a:p>
          <a:p>
            <a:r>
              <a:t>RMS Error </a:t>
            </a:r>
          </a:p>
          <a:p>
            <a:pPr lvl="1"/>
            <a:r>
              <a:t>0.0504821</a:t>
            </a:r>
          </a:p>
          <a:p>
            <a:r>
              <a:t>Max Error </a:t>
            </a:r>
          </a:p>
          <a:p>
            <a:pPr lvl="1"/>
            <a:r>
              <a:t>0.110064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Coupled Line Performance At 10.40 GHz, 14.000000 dBm Output Power 1.82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70000" lnSpcReduction="20000"/>
          </a:bodyPr>
          <a:lstStyle/>
          <a:p>
            <a:r>
              <a:t>Sampler Av </a:t>
            </a:r>
          </a:p>
          <a:p>
            <a:pPr lvl="1"/>
            <a:r>
              <a:t>Sampler 1: 0.348</a:t>
            </a:r>
          </a:p>
          <a:p>
            <a:pPr lvl="1"/>
            <a:r>
              <a:t>Sampler 2: 0.251</a:t>
            </a:r>
          </a:p>
          <a:p>
            <a:r>
              <a:t>Kappa</a:t>
            </a:r>
          </a:p>
          <a:p>
            <a:pPr lvl="1"/>
            <a:r>
              <a:t>Sampler 1: 0.0222</a:t>
            </a:r>
          </a:p>
          <a:p>
            <a:pPr lvl="1"/>
            <a:r>
              <a:t>Sampler 2: 0.0222</a:t>
            </a:r>
          </a:p>
          <a:p>
            <a:r>
              <a:t>Goodness Of fit </a:t>
            </a:r>
          </a:p>
          <a:p>
            <a:pPr lvl="1"/>
            <a:r>
              <a:t>0.28714784958015938</a:t>
            </a:r>
          </a:p>
          <a:p>
            <a:r>
              <a:t>Range</a:t>
            </a:r>
          </a:p>
          <a:p>
            <a:pPr lvl="1"/>
            <a:r>
              <a:t>Sampler 1: 0.0207</a:t>
            </a:r>
          </a:p>
          <a:p>
            <a:pPr lvl="1"/>
            <a:r>
              <a:t>Sampler 2: 0.0158</a:t>
            </a:r>
          </a:p>
          <a:p>
            <a:r>
              <a:t>dBm Mean</a:t>
            </a:r>
          </a:p>
          <a:p>
            <a:pPr lvl="1"/>
            <a:r>
              <a:t>DUT output 14.6082</a:t>
            </a:r>
          </a:p>
          <a:p>
            <a:pPr lvl="1"/>
            <a:r>
              <a:t>DUT input 3.22322</a:t>
            </a:r>
          </a:p>
          <a:p>
            <a:r>
              <a:t>RMS Error </a:t>
            </a:r>
          </a:p>
          <a:p>
            <a:pPr lvl="1"/>
            <a:r>
              <a:t>0.0471981</a:t>
            </a:r>
          </a:p>
          <a:p>
            <a:r>
              <a:t>Max Error </a:t>
            </a:r>
          </a:p>
          <a:p>
            <a:pPr lvl="1"/>
            <a:r>
              <a:t>0.110505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Coupled Line Performance At 10.40 GHz, 18.000000 dBm Output Power 1.82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70000" lnSpcReduction="20000"/>
          </a:bodyPr>
          <a:lstStyle/>
          <a:p>
            <a:r>
              <a:t>Sampler Av </a:t>
            </a:r>
          </a:p>
          <a:p>
            <a:pPr lvl="1"/>
            <a:r>
              <a:t>Sampler 1: 0.35</a:t>
            </a:r>
          </a:p>
          <a:p>
            <a:pPr lvl="1"/>
            <a:r>
              <a:t>Sampler 2: 0.244</a:t>
            </a:r>
          </a:p>
          <a:p>
            <a:r>
              <a:t>Kappa</a:t>
            </a:r>
          </a:p>
          <a:p>
            <a:pPr lvl="1"/>
            <a:r>
              <a:t>Sampler 1: 0.0212</a:t>
            </a:r>
          </a:p>
          <a:p>
            <a:pPr lvl="1"/>
            <a:r>
              <a:t>Sampler 2: 0.0212</a:t>
            </a:r>
          </a:p>
          <a:p>
            <a:r>
              <a:t>Goodness Of fit </a:t>
            </a:r>
          </a:p>
          <a:p>
            <a:pPr lvl="1"/>
            <a:r>
              <a:t>0.63415120496592603</a:t>
            </a:r>
          </a:p>
          <a:p>
            <a:r>
              <a:t>Range</a:t>
            </a:r>
          </a:p>
          <a:p>
            <a:pPr lvl="1"/>
            <a:r>
              <a:t>Sampler 1: 0.039</a:t>
            </a:r>
          </a:p>
          <a:p>
            <a:pPr lvl="1"/>
            <a:r>
              <a:t>Sampler 2: 0.0289</a:t>
            </a:r>
          </a:p>
          <a:p>
            <a:r>
              <a:t>dBm Mean</a:t>
            </a:r>
          </a:p>
          <a:p>
            <a:pPr lvl="1"/>
            <a:r>
              <a:t>DUT output 17.7074</a:t>
            </a:r>
          </a:p>
          <a:p>
            <a:pPr lvl="1"/>
            <a:r>
              <a:t>DUT input 6.64951</a:t>
            </a:r>
          </a:p>
          <a:p>
            <a:r>
              <a:t>RMS Error </a:t>
            </a:r>
          </a:p>
          <a:p>
            <a:pPr lvl="1"/>
            <a:r>
              <a:t>0.0691645</a:t>
            </a:r>
          </a:p>
          <a:p>
            <a:r>
              <a:t>Max Error </a:t>
            </a:r>
          </a:p>
          <a:p>
            <a:pPr lvl="1"/>
            <a:r>
              <a:t>0.147745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Coupled Line Performance At 10.90 GHz, 18.000000 dBm Output Power 1.82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70000" lnSpcReduction="20000"/>
          </a:bodyPr>
          <a:lstStyle/>
          <a:p>
            <a:r>
              <a:t>Sampler Av </a:t>
            </a:r>
          </a:p>
          <a:p>
            <a:pPr lvl="1"/>
            <a:r>
              <a:t>Sampler 1: 0.394</a:t>
            </a:r>
          </a:p>
          <a:p>
            <a:pPr lvl="1"/>
            <a:r>
              <a:t>Sampler 2: 0.227</a:t>
            </a:r>
          </a:p>
          <a:p>
            <a:r>
              <a:t>Kappa</a:t>
            </a:r>
          </a:p>
          <a:p>
            <a:pPr lvl="1"/>
            <a:r>
              <a:t>Sampler 1: 0.019</a:t>
            </a:r>
          </a:p>
          <a:p>
            <a:pPr lvl="1"/>
            <a:r>
              <a:t>Sampler 2: 0.0213</a:t>
            </a:r>
          </a:p>
          <a:p>
            <a:r>
              <a:t>Goodness Of fit </a:t>
            </a:r>
          </a:p>
          <a:p>
            <a:pPr lvl="1"/>
            <a:r>
              <a:t>1.116549269740603</a:t>
            </a:r>
          </a:p>
          <a:p>
            <a:r>
              <a:t>Range</a:t>
            </a:r>
          </a:p>
          <a:p>
            <a:pPr lvl="1"/>
            <a:r>
              <a:t>Sampler 1: 0.0441</a:t>
            </a:r>
          </a:p>
          <a:p>
            <a:pPr lvl="1"/>
            <a:r>
              <a:t>Sampler 2: 0.0279</a:t>
            </a:r>
          </a:p>
          <a:p>
            <a:r>
              <a:t>dBm Mean</a:t>
            </a:r>
          </a:p>
          <a:p>
            <a:pPr lvl="1"/>
            <a:r>
              <a:t>DUT output 17.8175</a:t>
            </a:r>
          </a:p>
          <a:p>
            <a:pPr lvl="1"/>
            <a:r>
              <a:t>DUT input 7.35988</a:t>
            </a:r>
          </a:p>
          <a:p>
            <a:r>
              <a:t>RMS Error </a:t>
            </a:r>
          </a:p>
          <a:p>
            <a:pPr lvl="1"/>
            <a:r>
              <a:t>0.0859946</a:t>
            </a:r>
          </a:p>
          <a:p>
            <a:r>
              <a:t>Max Error </a:t>
            </a:r>
          </a:p>
          <a:p>
            <a:pPr lvl="1"/>
            <a:r>
              <a:t>0.147816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Coupled Line Performance At 10.40 GHz, 14.000000 dBm Output Power 1.90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70000" lnSpcReduction="20000"/>
          </a:bodyPr>
          <a:lstStyle/>
          <a:p>
            <a:r>
              <a:t>Sampler Av </a:t>
            </a:r>
          </a:p>
          <a:p>
            <a:pPr lvl="1"/>
            <a:r>
              <a:t>Sampler 1: 0.4</a:t>
            </a:r>
          </a:p>
          <a:p>
            <a:pPr lvl="1"/>
            <a:r>
              <a:t>Sampler 2: 0.271</a:t>
            </a:r>
          </a:p>
          <a:p>
            <a:r>
              <a:t>Kappa</a:t>
            </a:r>
          </a:p>
          <a:p>
            <a:pPr lvl="1"/>
            <a:r>
              <a:t>Sampler 1: 0.0209</a:t>
            </a:r>
          </a:p>
          <a:p>
            <a:pPr lvl="1"/>
            <a:r>
              <a:t>Sampler 2: 0.0208</a:t>
            </a:r>
          </a:p>
          <a:p>
            <a:r>
              <a:t>Goodness Of fit </a:t>
            </a:r>
          </a:p>
          <a:p>
            <a:pPr lvl="1"/>
            <a:r>
              <a:t>0.15258487600197301</a:t>
            </a:r>
          </a:p>
          <a:p>
            <a:r>
              <a:t>Range</a:t>
            </a:r>
          </a:p>
          <a:p>
            <a:pPr lvl="1"/>
            <a:r>
              <a:t>Sampler 1: 0.0219</a:t>
            </a:r>
          </a:p>
          <a:p>
            <a:pPr lvl="1"/>
            <a:r>
              <a:t>Sampler 2: 0.0158</a:t>
            </a:r>
          </a:p>
          <a:p>
            <a:r>
              <a:t>dBm Mean</a:t>
            </a:r>
          </a:p>
          <a:p>
            <a:pPr lvl="1"/>
            <a:r>
              <a:t>DUT output 14.7712</a:t>
            </a:r>
          </a:p>
          <a:p>
            <a:pPr lvl="1"/>
            <a:r>
              <a:t>DUT input 4.10848</a:t>
            </a:r>
          </a:p>
          <a:p>
            <a:r>
              <a:t>RMS Error </a:t>
            </a:r>
          </a:p>
          <a:p>
            <a:pPr lvl="1"/>
            <a:r>
              <a:t>0.0476442</a:t>
            </a:r>
          </a:p>
          <a:p>
            <a:r>
              <a:t>Max Error </a:t>
            </a:r>
          </a:p>
          <a:p>
            <a:pPr lvl="1"/>
            <a:r>
              <a:t>0.0960514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Coupled Line Performance At 10.40 GHz, 18.000000 dBm Output Power 1.90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70000" lnSpcReduction="20000"/>
          </a:bodyPr>
          <a:lstStyle/>
          <a:p>
            <a:r>
              <a:t>Sampler Av </a:t>
            </a:r>
          </a:p>
          <a:p>
            <a:pPr lvl="1"/>
            <a:r>
              <a:t>Sampler 1: 0.358</a:t>
            </a:r>
          </a:p>
          <a:p>
            <a:pPr lvl="1"/>
            <a:r>
              <a:t>Sampler 2: 0.237</a:t>
            </a:r>
          </a:p>
          <a:p>
            <a:r>
              <a:t>Kappa</a:t>
            </a:r>
          </a:p>
          <a:p>
            <a:pPr lvl="1"/>
            <a:r>
              <a:t>Sampler 1: 0.0207</a:t>
            </a:r>
          </a:p>
          <a:p>
            <a:pPr lvl="1"/>
            <a:r>
              <a:t>Sampler 2: 0.0209</a:t>
            </a:r>
          </a:p>
          <a:p>
            <a:r>
              <a:t>Goodness Of fit </a:t>
            </a:r>
          </a:p>
          <a:p>
            <a:pPr lvl="1"/>
            <a:r>
              <a:t>0.27217757203108861</a:t>
            </a:r>
          </a:p>
          <a:p>
            <a:r>
              <a:t>Range</a:t>
            </a:r>
          </a:p>
          <a:p>
            <a:pPr lvl="1"/>
            <a:r>
              <a:t>Sampler 1: 0.0406</a:t>
            </a:r>
          </a:p>
          <a:p>
            <a:pPr lvl="1"/>
            <a:r>
              <a:t>Sampler 2: 0.0283</a:t>
            </a:r>
          </a:p>
          <a:p>
            <a:r>
              <a:t>dBm Mean</a:t>
            </a:r>
          </a:p>
          <a:p>
            <a:pPr lvl="1"/>
            <a:r>
              <a:t>DUT output 17.7751</a:t>
            </a:r>
          </a:p>
          <a:p>
            <a:pPr lvl="1"/>
            <a:r>
              <a:t>DUT input 7.41609</a:t>
            </a:r>
          </a:p>
          <a:p>
            <a:r>
              <a:t>RMS Error </a:t>
            </a:r>
          </a:p>
          <a:p>
            <a:pPr lvl="1"/>
            <a:r>
              <a:t>0.0651304</a:t>
            </a:r>
          </a:p>
          <a:p>
            <a:r>
              <a:t>Max Error </a:t>
            </a:r>
          </a:p>
          <a:p>
            <a:pPr lvl="1"/>
            <a:r>
              <a:t>0.131651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389</Words>
  <Application>Microsoft Office PowerPoint</Application>
  <PresentationFormat>Widescreen</PresentationFormat>
  <Paragraphs>129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Coupledline Compiled Data</vt:lpstr>
      <vt:lpstr>Coupled Line Performance At 10.40 GHz, 16.000000 dBm Output Power 1.72 V mean sampler bias</vt:lpstr>
      <vt:lpstr>Coupled Line Performance At 10.40 GHz, 14.000000 dBm Output Power 1.82 V mean sampler bias</vt:lpstr>
      <vt:lpstr>Coupled Line Performance At 10.40 GHz, 18.000000 dBm Output Power 1.82 V mean sampler bias</vt:lpstr>
      <vt:lpstr>Coupled Line Performance At 10.90 GHz, 18.000000 dBm Output Power 1.82 V mean sampler bias</vt:lpstr>
      <vt:lpstr>Coupled Line Performance At 10.40 GHz, 14.000000 dBm Output Power 1.90 V mean sampler bias</vt:lpstr>
      <vt:lpstr>Coupled Line Performance At 10.40 GHz, 18.000000 dBm Output Power 1.90 V mean sampler bias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2025-09-19T18:34:48Z</dcterms:modified>
</cp:coreProperties>
</file>