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48fcd2c7-d2ba-4798-ba63-348121f469ac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</a:t>
            </a:r>
          </a:p>
          <a:p>
            <a:pPr lvl="1"/>
            <a:r>
              <a:t>Sampler 2: 0.271</a:t>
            </a:r>
          </a:p>
          <a:p>
            <a:r>
              <a:t>Kappa</a:t>
            </a:r>
          </a:p>
          <a:p>
            <a:pPr lvl="1"/>
            <a:r>
              <a:t>Sampler 1: 0.0209</a:t>
            </a:r>
          </a:p>
          <a:p>
            <a:pPr lvl="1"/>
            <a:r>
              <a:t>Sampler 2: 0.0208</a:t>
            </a:r>
          </a:p>
          <a:p>
            <a:r>
              <a:t>Goodness Of fit </a:t>
            </a:r>
          </a:p>
          <a:p>
            <a:pPr lvl="1"/>
            <a:r>
              <a:t>0.15258487600197301</a:t>
            </a:r>
          </a:p>
          <a:p>
            <a:r>
              <a:t>Range</a:t>
            </a:r>
          </a:p>
          <a:p>
            <a:pPr lvl="1"/>
            <a:r>
              <a:t>Sampler 1: 0.0219</a:t>
            </a:r>
          </a:p>
          <a:p>
            <a:pPr lvl="1"/>
            <a:r>
              <a:t>Sampler 2: 0.0158</a:t>
            </a:r>
          </a:p>
          <a:p>
            <a:r>
              <a:t>dBm Mean</a:t>
            </a:r>
          </a:p>
          <a:p>
            <a:pPr lvl="1"/>
            <a:r>
              <a:t>DUT output 14.7712</a:t>
            </a:r>
          </a:p>
          <a:p>
            <a:pPr lvl="1"/>
            <a:r>
              <a:t>DUT input 4.10848</a:t>
            </a:r>
          </a:p>
          <a:p>
            <a:r>
              <a:t>RMS Error </a:t>
            </a:r>
          </a:p>
          <a:p>
            <a:pPr lvl="1"/>
            <a:r>
              <a:t>0.0476442</a:t>
            </a:r>
          </a:p>
          <a:p>
            <a:r>
              <a:t>Max Error </a:t>
            </a:r>
          </a:p>
          <a:p>
            <a:pPr lvl="1"/>
            <a:r>
              <a:t>0.0960514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