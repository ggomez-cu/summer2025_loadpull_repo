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1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 ?>
<Relationships xmlns="http://schemas.openxmlformats.org/package/2006/relationships">
  <Relationship Id="rId1" Target="slideMasters/slideMaster1.xml" Type="http://schemas.openxmlformats.org/officeDocument/2006/relationships/slideMaster"/>
  <Relationship Id="rId10" Target="slides/slide5.xml" Type="http://schemas.openxmlformats.org/officeDocument/2006/relationships/slide"/>
  <Relationship Id="rId11" Target="slides/slide6.xml" Type="http://schemas.openxmlformats.org/officeDocument/2006/relationships/slide"/>
  <Relationship Id="rId12" Target="slides/slide7.xml" Type="http://schemas.openxmlformats.org/officeDocument/2006/relationships/slide"/>
  <Relationship Id="rId13" Target="slides/slide8.xml" Type="http://schemas.openxmlformats.org/officeDocument/2006/relationships/slide"/>
  <Relationship Id="rId14" Target="slides/slide9.xml" Type="http://schemas.openxmlformats.org/officeDocument/2006/relationships/slide"/>
  <Relationship Id="rId15" Target="slides/slide10.xml" Type="http://schemas.openxmlformats.org/officeDocument/2006/relationships/slide"/>
  <Relationship Id="rId16" Target="slides/slide11.xml" Type="http://schemas.openxmlformats.org/officeDocument/2006/relationships/slide"/>
  <Relationship Id="rId17" Target="slides/slide12.xml" Type="http://schemas.openxmlformats.org/officeDocument/2006/relationships/slide"/>
  <Relationship Id="rId18" Target="slides/slide13.xml" Type="http://schemas.openxmlformats.org/officeDocument/2006/relationships/slide"/>
  <Relationship Id="rId19" Target="slides/slide14.xml" Type="http://schemas.openxmlformats.org/officeDocument/2006/relationships/slide"/>
  <Relationship Id="rId2" Target="presProps.xml" Type="http://schemas.openxmlformats.org/officeDocument/2006/relationships/presProps"/>
  <Relationship Id="rId20" Target="slides/slide15.xml" Type="http://schemas.openxmlformats.org/officeDocument/2006/relationships/slide"/>
  <Relationship Id="rId21" Target="slides/slide16.xml" Type="http://schemas.openxmlformats.org/officeDocument/2006/relationships/slide"/>
  <Relationship Id="rId22" Target="slides/slide17.xml" Type="http://schemas.openxmlformats.org/officeDocument/2006/relationships/slide"/>
  <Relationship Id="rId23" Target="slides/slide18.xml" Type="http://schemas.openxmlformats.org/officeDocument/2006/relationships/slide"/>
  <Relationship Id="rId24" Target="slides/slide19.xml" Type="http://schemas.openxmlformats.org/officeDocument/2006/relationships/slide"/>
  <Relationship Id="rId25" Target="slides/slide20.xml" Type="http://schemas.openxmlformats.org/officeDocument/2006/relationships/slide"/>
  <Relationship Id="rId26" Target="slides/slide21.xml" Type="http://schemas.openxmlformats.org/officeDocument/2006/relationships/slide"/>
  <Relationship Id="rId27" Target="slides/slide22.xml" Type="http://schemas.openxmlformats.org/officeDocument/2006/relationships/slide"/>
  <Relationship Id="rId28" Target="slides/slide23.xml" Type="http://schemas.openxmlformats.org/officeDocument/2006/relationships/slide"/>
  <Relationship Id="rId29" Target="slides/slide24.xml" Type="http://schemas.openxmlformats.org/officeDocument/2006/relationships/slide"/>
  <Relationship Id="rId3" Target="viewProps.xml" Type="http://schemas.openxmlformats.org/officeDocument/2006/relationships/viewProps"/>
  <Relationship Id="rId30" Target="slides/slide25.xml" Type="http://schemas.openxmlformats.org/officeDocument/2006/relationships/slide"/>
  <Relationship Id="rId31" Target="slides/slide26.xml" Type="http://schemas.openxmlformats.org/officeDocument/2006/relationships/slide"/>
  <Relationship Id="rId32" Target="slides/slide27.xml" Type="http://schemas.openxmlformats.org/officeDocument/2006/relationships/slide"/>
  <Relationship Id="rId33" Target="slides/slide28.xml" Type="http://schemas.openxmlformats.org/officeDocument/2006/relationships/slide"/>
  <Relationship Id="rId34" Target="slides/slide29.xml" Type="http://schemas.openxmlformats.org/officeDocument/2006/relationships/slide"/>
  <Relationship Id="rId35" Target="slides/slide30.xml" Type="http://schemas.openxmlformats.org/officeDocument/2006/relationships/slide"/>
  <Relationship Id="rId36" Target="slides/slide31.xml" Type="http://schemas.openxmlformats.org/officeDocument/2006/relationships/slide"/>
  <Relationship Id="rId37" Target="slides/slide32.xml" Type="http://schemas.openxmlformats.org/officeDocument/2006/relationships/slide"/>
  <Relationship Id="rId38" Target="slides/slide33.xml" Type="http://schemas.openxmlformats.org/officeDocument/2006/relationships/slide"/>
  <Relationship Id="rId39" Target="slides/slide34.xml" Type="http://schemas.openxmlformats.org/officeDocument/2006/relationships/slide"/>
  <Relationship Id="rId4" Target="theme/theme1.xml" Type="http://schemas.openxmlformats.org/officeDocument/2006/relationships/theme"/>
  <Relationship Id="rId40" Target="slides/slide35.xml" Type="http://schemas.openxmlformats.org/officeDocument/2006/relationships/slide"/>
  <Relationship Id="rId41" Target="slides/slide36.xml" Type="http://schemas.openxmlformats.org/officeDocument/2006/relationships/slide"/>
  <Relationship Id="rId42" Target="slides/slide37.xml" Type="http://schemas.openxmlformats.org/officeDocument/2006/relationships/slide"/>
  <Relationship Id="rId43" Target="slides/slide38.xml" Type="http://schemas.openxmlformats.org/officeDocument/2006/relationships/slide"/>
  <Relationship Id="rId44" Target="slides/slide39.xml" Type="http://schemas.openxmlformats.org/officeDocument/2006/relationships/slide"/>
  <Relationship Id="rId45" Target="slides/slide40.xml" Type="http://schemas.openxmlformats.org/officeDocument/2006/relationships/slide"/>
  <Relationship Id="rId46" Target="slides/slide41.xml" Type="http://schemas.openxmlformats.org/officeDocument/2006/relationships/slide"/>
  <Relationship Id="rId5" Target="tableStyles.xml" Type="http://schemas.openxmlformats.org/officeDocument/2006/relationships/tableStyles"/>
  <Relationship Id="rId6" Target="slides/slide1.xml" Type="http://schemas.openxmlformats.org/officeDocument/2006/relationships/slide"/>
  <Relationship Id="rId7" Target="slides/slide2.xml" Type="http://schemas.openxmlformats.org/officeDocument/2006/relationships/slide"/>
  <Relationship Id="rId8" Target="slides/slide3.xml" Type="http://schemas.openxmlformats.org/officeDocument/2006/relationships/slide"/>
  <Relationship Id="rId9" Target="slides/slide4.xml" Type="http://schemas.openxmlformats.org/officeDocument/2006/relationships/slide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6a6c9df-d570-4505-91e1-09cc701e7ac1.png" Type="http://schemas.openxmlformats.org/officeDocument/2006/relationships/image"/>
</Relationships>

</file>

<file path=ppt/slides/_rels/slide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b32f953-7379-4079-80eb-2dad29d56413.png" Type="http://schemas.openxmlformats.org/officeDocument/2006/relationships/image"/>
</Relationships>

</file>

<file path=ppt/slides/_rels/slide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baa8a614-b15d-4b6e-8ab4-90a5bcee2364.png" Type="http://schemas.openxmlformats.org/officeDocument/2006/relationships/image"/>
</Relationships>

</file>

<file path=ppt/slides/_rels/slide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3d82110-d34d-4b01-aab9-02c2965c90d7.png" Type="http://schemas.openxmlformats.org/officeDocument/2006/relationships/image"/>
</Relationships>

</file>

<file path=ppt/slides/_rels/slide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2d9e590d-b36b-4e6a-a34c-b6d11aac6217.png" Type="http://schemas.openxmlformats.org/officeDocument/2006/relationships/image"/>
</Relationships>

</file>

<file path=ppt/slides/_rels/slide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df23894-cace-4f7e-bb33-3e1f815ebc55.png" Type="http://schemas.openxmlformats.org/officeDocument/2006/relationships/image"/>
</Relationships>

</file>

<file path=ppt/slides/_rels/slide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273a81c5-a322-499b-ab67-d059aa8107d6.png" Type="http://schemas.openxmlformats.org/officeDocument/2006/relationships/image"/>
</Relationships>

</file>

<file path=ppt/slides/_rels/slide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2a7a302f-93d1-4920-b087-e00607ffe98c.png" Type="http://schemas.openxmlformats.org/officeDocument/2006/relationships/image"/>
</Relationships>

</file>

<file path=ppt/slides/_rels/slide1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a0e7c46-ba73-4c97-9338-ed53bc61192a.png" Type="http://schemas.openxmlformats.org/officeDocument/2006/relationships/image"/>
</Relationships>

</file>

<file path=ppt/slides/_rels/slide1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fc04823-e60d-4d91-8aa9-f24ec25b582a.png" Type="http://schemas.openxmlformats.org/officeDocument/2006/relationships/image"/>
</Relationships>

</file>

<file path=ppt/slides/_rels/slide1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c48fa5c-c3b9-4e1a-95d0-a510f26e9a85.png" Type="http://schemas.openxmlformats.org/officeDocument/2006/relationships/image"/>
</Relationships>

</file>

<file path=ppt/slides/_rels/slide1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42368ad-0b3b-4d6b-b41c-389ff8373b29.png" Type="http://schemas.openxmlformats.org/officeDocument/2006/relationships/image"/>
</Relationships>

</file>

<file path=ppt/slides/_rels/slide1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d7ee06a-e753-43b3-a089-b391258ffbf2.png" Type="http://schemas.openxmlformats.org/officeDocument/2006/relationships/image"/>
</Relationships>

</file>

<file path=ppt/slides/_rels/slide1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222b116-f61e-485a-95e2-bb1b0edd760b.png" Type="http://schemas.openxmlformats.org/officeDocument/2006/relationships/image"/>
</Relationships>

</file>

<file path=ppt/slides/_rels/slide1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3c08e8af-c9db-4d2a-8b2e-fc03e2470714.png" Type="http://schemas.openxmlformats.org/officeDocument/2006/relationships/image"/>
</Relationships>

</file>

<file path=ppt/slides/_rels/slide1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a18c1f1-23aa-45db-bcef-b91f4b8e00d5.png" Type="http://schemas.openxmlformats.org/officeDocument/2006/relationships/image"/>
</Relationships>

</file>

<file path=ppt/slides/_rels/slide1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2ae348ea-be6d-4ba6-b0f8-159cf851b73d.png" Type="http://schemas.openxmlformats.org/officeDocument/2006/relationships/image"/>
</Relationships>

</file>

<file path=ppt/slides/_rels/slide1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c57e4961-a7cd-494f-91fd-73d72e8365bf.png" Type="http://schemas.openxmlformats.org/officeDocument/2006/relationships/image"/>
</Relationships>

</file>

<file path=ppt/slides/_rels/slide2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32b9122-cbab-4791-8fea-f15f701f39bb.png" Type="http://schemas.openxmlformats.org/officeDocument/2006/relationships/image"/>
</Relationships>

</file>

<file path=ppt/slides/_rels/slide2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a002271e-4c7e-4f90-9593-ebfd1cb725ea.png" Type="http://schemas.openxmlformats.org/officeDocument/2006/relationships/image"/>
</Relationships>

</file>

<file path=ppt/slides/_rels/slide2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d0605d8-c76b-4b70-b071-990d2db919b2.png" Type="http://schemas.openxmlformats.org/officeDocument/2006/relationships/image"/>
</Relationships>

</file>

<file path=ppt/slides/_rels/slide2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298b6ee5-dc11-4d20-abed-f6e932a72bb2.png" Type="http://schemas.openxmlformats.org/officeDocument/2006/relationships/image"/>
</Relationships>

</file>

<file path=ppt/slides/_rels/slide2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e54119b-8eef-4e7d-bfb3-a123be24eca0.png" Type="http://schemas.openxmlformats.org/officeDocument/2006/relationships/image"/>
</Relationships>

</file>

<file path=ppt/slides/_rels/slide2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6b367ab9-bf67-4332-bb24-4d4c98522921.png" Type="http://schemas.openxmlformats.org/officeDocument/2006/relationships/image"/>
</Relationships>

</file>

<file path=ppt/slides/_rels/slide2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095371ea-c6d9-42f1-862d-6d79cd30d37e.png" Type="http://schemas.openxmlformats.org/officeDocument/2006/relationships/image"/>
</Relationships>

</file>

<file path=ppt/slides/_rels/slide2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38566d5-2b02-440c-96f8-8a183c6115fb.png" Type="http://schemas.openxmlformats.org/officeDocument/2006/relationships/image"/>
</Relationships>

</file>

<file path=ppt/slides/_rels/slide2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1c8a2d7-5bea-457d-93f1-b05201f9a046.png" Type="http://schemas.openxmlformats.org/officeDocument/2006/relationships/image"/>
</Relationships>

</file>

<file path=ppt/slides/_rels/slide2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eddca93d-8b89-485b-b53a-0ab6109393be.png" Type="http://schemas.openxmlformats.org/officeDocument/2006/relationships/image"/>
</Relationships>

</file>

<file path=ppt/slides/_rels/slide3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6842278-a846-4668-9bde-79caf7c1b5e1.png" Type="http://schemas.openxmlformats.org/officeDocument/2006/relationships/image"/>
</Relationships>

</file>

<file path=ppt/slides/_rels/slide3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0003615-d356-4fed-bd3f-a70f4946e396.png" Type="http://schemas.openxmlformats.org/officeDocument/2006/relationships/image"/>
</Relationships>

</file>

<file path=ppt/slides/_rels/slide32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512469d-655e-4013-9953-a10d09ad7fc7.png" Type="http://schemas.openxmlformats.org/officeDocument/2006/relationships/image"/>
</Relationships>

</file>

<file path=ppt/slides/_rels/slide33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9656e7c1-4c21-434d-bc9d-783b22552809.png" Type="http://schemas.openxmlformats.org/officeDocument/2006/relationships/image"/>
</Relationships>

</file>

<file path=ppt/slides/_rels/slide34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8fb34129-52a5-4ceb-9aba-d46fcc2d4783.png" Type="http://schemas.openxmlformats.org/officeDocument/2006/relationships/image"/>
</Relationships>

</file>

<file path=ppt/slides/_rels/slide35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f50c2c41-38b2-4831-bbcf-94cd4b78f672.png" Type="http://schemas.openxmlformats.org/officeDocument/2006/relationships/image"/>
</Relationships>

</file>

<file path=ppt/slides/_rels/slide36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50bdf329-2101-40ed-8cdb-5fad43b2681a.png" Type="http://schemas.openxmlformats.org/officeDocument/2006/relationships/image"/>
</Relationships>

</file>

<file path=ppt/slides/_rels/slide37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467b8502-3ec1-4690-b8a7-6bc09aef7f01.png" Type="http://schemas.openxmlformats.org/officeDocument/2006/relationships/image"/>
</Relationships>

</file>

<file path=ppt/slides/_rels/slide38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17b4916b-54d6-4b2a-9255-9a0a6eaf1a46.png" Type="http://schemas.openxmlformats.org/officeDocument/2006/relationships/image"/>
</Relationships>

</file>

<file path=ppt/slides/_rels/slide39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65d3cd59-9934-44f2-942d-3ae40f55a6ba.png" Type="http://schemas.openxmlformats.org/officeDocument/2006/relationships/image"/>
</Relationships>

</file>

<file path=ppt/slides/_rels/slide40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f2f87f45-3c5b-43b4-85ac-cc80bb60157c.png" Type="http://schemas.openxmlformats.org/officeDocument/2006/relationships/image"/>
</Relationships>

</file>

<file path=ppt/slides/_rels/slide41.xml.rels><?xml version="1.0" encoding="UTF-8" standalone="yes" ?>
<Relationships xmlns="http://schemas.openxmlformats.org/package/2006/relationships">
  <Relationship Id="rId1" Target="../slideLayouts/slideLayout2.xml" Type="http://schemas.openxmlformats.org/officeDocument/2006/relationships/slideLayout"/>
  <Relationship Id="rId2" Target="../media/db3879e1-2b35-4041-8c0d-fe26125d7df1.png" Type="http://schemas.openxmlformats.org/officeDocument/2006/relationships/image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8.00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8.10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8.20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8.30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8.40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8.50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8.60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8.70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8.80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8.90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9.00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9.10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9.20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9.30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9.40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9.50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9.60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9.70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9.80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9.90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10.00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10.10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10.20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10.30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10.40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10.50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10.60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10.70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10.80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10.90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11.00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11.10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11.20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11.30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11.40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11.50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11.60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11.70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11.80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Coupled Line Performance At 11.90 GHz</a:t>
            </a:r>
          </a:p>
        </p:txBody>
      </p:sp>
      <p:pic>
        <p:nvPicPr>
          <p:cNvPr id="3" name="Content"/>
          <p:cNvPicPr>
            <a:picLocks noChangeAspect="1"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4002" y="1825625"/>
            <a:ext cx="5803995" cy="4351338"/>
          </a:xfrm>
          <a:prstGeom prst="rect"/>
        </p:spPr>
      </p:pic>
      <p:sp>
        <p:nvSpPr>
          <p:cNvPr id="4" name="Date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3/21/2019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idx="11" sz="quarter" type="ft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2019-03-21T19:04:45Z</dcterms:modified>
</cp:coreProperties>
</file>