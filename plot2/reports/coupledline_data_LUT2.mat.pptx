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24" Target="slides/slide19.xml" Type="http://schemas.openxmlformats.org/officeDocument/2006/relationships/slide"/>
  <Relationship Id="rId25" Target="slides/slide20.xml" Type="http://schemas.openxmlformats.org/officeDocument/2006/relationships/slide"/>
  <Relationship Id="rId26" Target="slides/slide21.xml" Type="http://schemas.openxmlformats.org/officeDocument/2006/relationships/slide"/>
  <Relationship Id="rId27" Target="slides/slide22.xml" Type="http://schemas.openxmlformats.org/officeDocument/2006/relationships/slide"/>
  <Relationship Id="rId28" Target="slides/slide23.xml" Type="http://schemas.openxmlformats.org/officeDocument/2006/relationships/slide"/>
  <Relationship Id="rId29" Target="slides/slide24.xml" Type="http://schemas.openxmlformats.org/officeDocument/2006/relationships/slide"/>
  <Relationship Id="rId3" Target="viewProps.xml" Type="http://schemas.openxmlformats.org/officeDocument/2006/relationships/viewProps"/>
  <Relationship Id="rId30" Target="slides/slide25.xml" Type="http://schemas.openxmlformats.org/officeDocument/2006/relationships/slide"/>
  <Relationship Id="rId31" Target="slides/slide26.xml" Type="http://schemas.openxmlformats.org/officeDocument/2006/relationships/slide"/>
  <Relationship Id="rId32" Target="slides/slide27.xml" Type="http://schemas.openxmlformats.org/officeDocument/2006/relationships/slide"/>
  <Relationship Id="rId33" Target="slides/slide28.xml" Type="http://schemas.openxmlformats.org/officeDocument/2006/relationships/slide"/>
  <Relationship Id="rId34" Target="slides/slide29.xml" Type="http://schemas.openxmlformats.org/officeDocument/2006/relationships/slide"/>
  <Relationship Id="rId35" Target="slides/slide30.xml" Type="http://schemas.openxmlformats.org/officeDocument/2006/relationships/slide"/>
  <Relationship Id="rId36" Target="slides/slide31.xml" Type="http://schemas.openxmlformats.org/officeDocument/2006/relationships/slide"/>
  <Relationship Id="rId37" Target="slides/slide32.xml" Type="http://schemas.openxmlformats.org/officeDocument/2006/relationships/slide"/>
  <Relationship Id="rId38" Target="slides/slide33.xml" Type="http://schemas.openxmlformats.org/officeDocument/2006/relationships/slide"/>
  <Relationship Id="rId39" Target="slides/slide34.xml" Type="http://schemas.openxmlformats.org/officeDocument/2006/relationships/slide"/>
  <Relationship Id="rId4" Target="theme/theme1.xml" Type="http://schemas.openxmlformats.org/officeDocument/2006/relationships/theme"/>
  <Relationship Id="rId40" Target="slides/slide35.xml" Type="http://schemas.openxmlformats.org/officeDocument/2006/relationships/slide"/>
  <Relationship Id="rId41" Target="slides/slide36.xml" Type="http://schemas.openxmlformats.org/officeDocument/2006/relationships/slide"/>
  <Relationship Id="rId42" Target="slides/slide37.xml" Type="http://schemas.openxmlformats.org/officeDocument/2006/relationships/slide"/>
  <Relationship Id="rId43" Target="slides/slide38.xml" Type="http://schemas.openxmlformats.org/officeDocument/2006/relationships/slide"/>
  <Relationship Id="rId44" Target="slides/slide39.xml" Type="http://schemas.openxmlformats.org/officeDocument/2006/relationships/slide"/>
  <Relationship Id="rId45" Target="slides/slide40.xml" Type="http://schemas.openxmlformats.org/officeDocument/2006/relationships/slide"/>
  <Relationship Id="rId46" Target="slides/slide41.xml" Type="http://schemas.openxmlformats.org/officeDocument/2006/relationships/slid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4de58d6-6cb8-49a8-978b-506ee9fe8097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75bef50-db89-4d75-9931-27a87d294a6d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6fb1478-e0b0-4e15-995f-0a04269a57b9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67c5a56-74f1-400b-b3ed-9e68e587abcd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16b3f91-4169-4c74-9cc9-cf098290b0cc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25d318-ace3-4c82-a437-b5f178744d01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7e2a4ed-5d29-4b4d-8cee-153d499a9eab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c62ca11-257b-4c63-810c-94e473e5534e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92f01a8-1e33-4e79-80b7-e6acd616d6dd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6e67bc2b-cd9e-4575-bd28-c2c7ecc983a3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de55c71-da77-4197-907e-75eacc2a4581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eee70ea-cb54-4fda-9cce-2239d7e6a65b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bf323cf-41a8-4506-bc9b-e69ca02eb8df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59aa180-02c6-48d4-bf3e-300ce4925636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a291f4e-4531-4a02-9a07-1afe71210d10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a82449d-405f-4638-a93d-8d4a46908546.pn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6e747e48-40b5-41a9-839f-d10a6b7da3bb.png" Type="http://schemas.openxmlformats.org/officeDocument/2006/relationships/image"/>
</Relationships>

</file>

<file path=ppt/slides/_rels/slide1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a48d813-7b6d-4d98-9ad1-419663a55e6a.png" Type="http://schemas.openxmlformats.org/officeDocument/2006/relationships/image"/>
</Relationships>

</file>

<file path=ppt/slides/_rels/slide2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16537be-b735-4ef1-88bf-5fcf4974d4a2.png" Type="http://schemas.openxmlformats.org/officeDocument/2006/relationships/image"/>
</Relationships>

</file>

<file path=ppt/slides/_rels/slide2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584e827-877f-4cea-b446-91c764f0efc3.png" Type="http://schemas.openxmlformats.org/officeDocument/2006/relationships/image"/>
</Relationships>

</file>

<file path=ppt/slides/_rels/slide2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5501530-a9f4-4935-9438-3480eda54d6d.png" Type="http://schemas.openxmlformats.org/officeDocument/2006/relationships/image"/>
</Relationships>

</file>

<file path=ppt/slides/_rels/slide2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fd677e5-45d8-415f-8bb3-25a2a85976fe.png" Type="http://schemas.openxmlformats.org/officeDocument/2006/relationships/image"/>
</Relationships>

</file>

<file path=ppt/slides/_rels/slide2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68e6687-d307-4874-9cc8-006f41a9a43d.png" Type="http://schemas.openxmlformats.org/officeDocument/2006/relationships/image"/>
</Relationships>

</file>

<file path=ppt/slides/_rels/slide2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58186bc-a091-4cc1-a59f-b2186624b21e.png" Type="http://schemas.openxmlformats.org/officeDocument/2006/relationships/image"/>
</Relationships>

</file>

<file path=ppt/slides/_rels/slide2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876cf29-9192-4ed2-847b-8925950c5e4f.png" Type="http://schemas.openxmlformats.org/officeDocument/2006/relationships/image"/>
</Relationships>

</file>

<file path=ppt/slides/_rels/slide2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1651ce4-7e97-4cc1-92f3-486bc10a8d2b.png" Type="http://schemas.openxmlformats.org/officeDocument/2006/relationships/image"/>
</Relationships>

</file>

<file path=ppt/slides/_rels/slide2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3bfbebb-b41b-4e95-b054-8501916d990e.png" Type="http://schemas.openxmlformats.org/officeDocument/2006/relationships/image"/>
</Relationships>

</file>

<file path=ppt/slides/_rels/slide2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fecf8fb-44a2-420c-88a1-73562b699a50.png" Type="http://schemas.openxmlformats.org/officeDocument/2006/relationships/image"/>
</Relationships>

</file>

<file path=ppt/slides/_rels/slide3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4fda786-57a1-490d-8cfa-e0db01d9c090.png" Type="http://schemas.openxmlformats.org/officeDocument/2006/relationships/image"/>
</Relationships>

</file>

<file path=ppt/slides/_rels/slide3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cc5b2f1-a6b4-45ed-acb9-429f83d21166.png" Type="http://schemas.openxmlformats.org/officeDocument/2006/relationships/image"/>
</Relationships>

</file>

<file path=ppt/slides/_rels/slide3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338c0e2-413c-459a-9b32-d3bda02ef066.png" Type="http://schemas.openxmlformats.org/officeDocument/2006/relationships/image"/>
</Relationships>

</file>

<file path=ppt/slides/_rels/slide3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24302db-d834-4113-b226-134b650a07a6.png" Type="http://schemas.openxmlformats.org/officeDocument/2006/relationships/image"/>
</Relationships>

</file>

<file path=ppt/slides/_rels/slide3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5e77b6a-7f97-4a03-95d9-e046767c0e64.png" Type="http://schemas.openxmlformats.org/officeDocument/2006/relationships/image"/>
</Relationships>

</file>

<file path=ppt/slides/_rels/slide3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2a0a8e9-1738-4b75-8f25-ba2b4c509b1d.png" Type="http://schemas.openxmlformats.org/officeDocument/2006/relationships/image"/>
</Relationships>

</file>

<file path=ppt/slides/_rels/slide3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dc882c4-d5e1-48cd-808f-a238ff82d44b.png" Type="http://schemas.openxmlformats.org/officeDocument/2006/relationships/image"/>
</Relationships>

</file>

<file path=ppt/slides/_rels/slide3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1bc9bc7-22c5-403c-9e5e-19d94d1b581e.png" Type="http://schemas.openxmlformats.org/officeDocument/2006/relationships/image"/>
</Relationships>

</file>

<file path=ppt/slides/_rels/slide3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e66f4ec-0056-4378-a06f-23a49d36fc5c.png" Type="http://schemas.openxmlformats.org/officeDocument/2006/relationships/image"/>
</Relationships>

</file>

<file path=ppt/slides/_rels/slide3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bd0db7c-799d-46b1-8129-cdb1eac1938d.png" Type="http://schemas.openxmlformats.org/officeDocument/2006/relationships/image"/>
</Relationships>

</file>

<file path=ppt/slides/_rels/slide4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d047f9a-a3be-45a5-b95b-307282f01f7f.png" Type="http://schemas.openxmlformats.org/officeDocument/2006/relationships/image"/>
</Relationships>

</file>

<file path=ppt/slides/_rels/slide4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2dcc267-31e9-48e2-802e-b84d4ec70692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8.00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8.10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8.20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8.30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8.40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8.50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8.60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8.70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8.80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8.90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9.00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9.10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9.20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9.30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9.40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9.50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9.60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9.70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9.80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9.90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10.00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10.10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10.20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10.30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10.50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10.60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10.80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11.00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11.10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11.20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11.30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11.40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11.50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11.60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11.70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11.80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11.90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