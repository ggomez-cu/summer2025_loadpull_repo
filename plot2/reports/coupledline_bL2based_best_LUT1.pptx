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4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1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773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Left Content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Left Text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Left Content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ight Text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Right Content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70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41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033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4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6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0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5455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able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51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475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B95C-998B-4B89-BDB5-3B69D78FC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0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/>
          <a:p>
            <a:r>
              <a:t>Coupledline Compiled Data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/>
          </a:p>
        </p:txBody>
      </p:sp>
      <p:sp>
        <p:nvSpPr>
          <p:cNvPr id="4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984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10.000000 dBm Output Power 1.50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0.449</a:t>
            </a:r>
          </a:p>
          <a:p>
            <a:pPr lvl="1"/>
            <a:r>
              <a:t>Sampler 2: 0.366</a:t>
            </a:r>
          </a:p>
          <a:p>
            <a:r>
              <a:t>Kappa</a:t>
            </a:r>
          </a:p>
          <a:p>
            <a:pPr lvl="1"/>
            <a:r>
              <a:t>Sampler 1: 0.13</a:t>
            </a:r>
          </a:p>
          <a:p>
            <a:pPr lvl="1"/>
            <a:r>
              <a:t>Sampler 2: 0.13</a:t>
            </a:r>
          </a:p>
          <a:p>
            <a:r>
              <a:t>Goodness Of fit </a:t>
            </a:r>
          </a:p>
          <a:p>
            <a:pPr lvl="1"/>
            <a:r>
              <a:t>0.062071463746388195</a:t>
            </a:r>
          </a:p>
          <a:p>
            <a:r>
              <a:t>Range</a:t>
            </a:r>
          </a:p>
          <a:p>
            <a:pPr lvl="1"/>
            <a:r>
              <a:t>Sampler 1: 0.0119</a:t>
            </a:r>
          </a:p>
          <a:p>
            <a:pPr lvl="1"/>
            <a:r>
              <a:t>Sampler 2: 0.0107</a:t>
            </a:r>
          </a:p>
          <a:p>
            <a:r>
              <a:t>dBm Mean</a:t>
            </a:r>
          </a:p>
          <a:p>
            <a:pPr lvl="1"/>
            <a:r>
              <a:t>DUT output 9.98551</a:t>
            </a:r>
          </a:p>
          <a:p>
            <a:pPr lvl="1"/>
            <a:r>
              <a:t>DUT input 10.5002</a:t>
            </a:r>
          </a:p>
          <a:p>
            <a:r>
              <a:t>RMS Error </a:t>
            </a:r>
          </a:p>
          <a:p>
            <a:pPr lvl="1"/>
            <a:r>
              <a:t>0.0646817</a:t>
            </a:r>
          </a:p>
          <a:p>
            <a:r>
              <a:t>Max Error </a:t>
            </a:r>
          </a:p>
          <a:p>
            <a:pPr lvl="1"/>
            <a:r>
              <a:t>0.0969043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6.000000 dBm Output Power 1.75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0.509</a:t>
            </a:r>
          </a:p>
          <a:p>
            <a:pPr lvl="1"/>
            <a:r>
              <a:t>Sampler 2: 0.423</a:t>
            </a:r>
          </a:p>
          <a:p>
            <a:r>
              <a:t>Kappa</a:t>
            </a:r>
          </a:p>
          <a:p>
            <a:pPr lvl="1"/>
            <a:r>
              <a:t>Sampler 1: 0.268</a:t>
            </a:r>
          </a:p>
          <a:p>
            <a:pPr lvl="1"/>
            <a:r>
              <a:t>Sampler 2: 0.259</a:t>
            </a:r>
          </a:p>
          <a:p>
            <a:r>
              <a:t>Goodness Of fit </a:t>
            </a:r>
          </a:p>
          <a:p>
            <a:pPr lvl="1"/>
            <a:r>
              <a:t>0.046643622884976255</a:t>
            </a:r>
          </a:p>
          <a:p>
            <a:r>
              <a:t>Range</a:t>
            </a:r>
          </a:p>
          <a:p>
            <a:pPr lvl="1"/>
            <a:r>
              <a:t>Sampler 1: 0.00481</a:t>
            </a:r>
          </a:p>
          <a:p>
            <a:pPr lvl="1"/>
            <a:r>
              <a:t>Sampler 2: 0.00458</a:t>
            </a:r>
          </a:p>
          <a:p>
            <a:r>
              <a:t>dBm Mean</a:t>
            </a:r>
          </a:p>
          <a:p>
            <a:pPr lvl="1"/>
            <a:r>
              <a:t>DUT output 5.93986</a:t>
            </a:r>
          </a:p>
          <a:p>
            <a:pPr lvl="1"/>
            <a:r>
              <a:t>DUT input 6.45489</a:t>
            </a:r>
          </a:p>
          <a:p>
            <a:r>
              <a:t>RMS Error </a:t>
            </a:r>
          </a:p>
          <a:p>
            <a:pPr lvl="1"/>
            <a:r>
              <a:t>0.0691828</a:t>
            </a:r>
          </a:p>
          <a:p>
            <a:r>
              <a:t>Max Error </a:t>
            </a:r>
          </a:p>
          <a:p>
            <a:pPr lvl="1"/>
            <a:r>
              <a:t>0.0713563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10.80 GHz, 10.000000 dBm Output Power 1.75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0.385</a:t>
            </a:r>
          </a:p>
          <a:p>
            <a:pPr lvl="1"/>
            <a:r>
              <a:t>Sampler 2: 0.409</a:t>
            </a:r>
          </a:p>
          <a:p>
            <a:r>
              <a:t>Kappa</a:t>
            </a:r>
          </a:p>
          <a:p>
            <a:pPr lvl="1"/>
            <a:r>
              <a:t>Sampler 1: 0.266</a:t>
            </a:r>
          </a:p>
          <a:p>
            <a:pPr lvl="1"/>
            <a:r>
              <a:t>Sampler 2: 0.265</a:t>
            </a:r>
          </a:p>
          <a:p>
            <a:r>
              <a:t>Goodness Of fit </a:t>
            </a:r>
          </a:p>
          <a:p>
            <a:pPr lvl="1"/>
            <a:r>
              <a:t>0.10644441446538641</a:t>
            </a:r>
          </a:p>
          <a:p>
            <a:r>
              <a:t>Range</a:t>
            </a:r>
          </a:p>
          <a:p>
            <a:pPr lvl="1"/>
            <a:r>
              <a:t>Sampler 1: 0.0104</a:t>
            </a:r>
          </a:p>
          <a:p>
            <a:pPr lvl="1"/>
            <a:r>
              <a:t>Sampler 2: 0.0108</a:t>
            </a:r>
          </a:p>
          <a:p>
            <a:r>
              <a:t>dBm Mean</a:t>
            </a:r>
          </a:p>
          <a:p>
            <a:pPr lvl="1"/>
            <a:r>
              <a:t>DUT output 9.98928</a:t>
            </a:r>
          </a:p>
          <a:p>
            <a:pPr lvl="1"/>
            <a:r>
              <a:t>DUT input 10.4341</a:t>
            </a:r>
          </a:p>
          <a:p>
            <a:r>
              <a:t>RMS Error </a:t>
            </a:r>
          </a:p>
          <a:p>
            <a:pPr lvl="1"/>
            <a:r>
              <a:t>0.0575422</a:t>
            </a:r>
          </a:p>
          <a:p>
            <a:r>
              <a:t>Max Error </a:t>
            </a:r>
          </a:p>
          <a:p>
            <a:pPr lvl="1"/>
            <a:r>
              <a:t>0.0946929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10.000000 dBm Output Power 1.75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0.426</a:t>
            </a:r>
          </a:p>
          <a:p>
            <a:pPr lvl="1"/>
            <a:r>
              <a:t>Sampler 2: 0.365</a:t>
            </a:r>
          </a:p>
          <a:p>
            <a:r>
              <a:t>Kappa</a:t>
            </a:r>
          </a:p>
          <a:p>
            <a:pPr lvl="1"/>
            <a:r>
              <a:t>Sampler 1: 0.265</a:t>
            </a:r>
          </a:p>
          <a:p>
            <a:pPr lvl="1"/>
            <a:r>
              <a:t>Sampler 2: 0.265</a:t>
            </a:r>
          </a:p>
          <a:p>
            <a:r>
              <a:t>Goodness Of fit </a:t>
            </a:r>
          </a:p>
          <a:p>
            <a:pPr lvl="1"/>
            <a:r>
              <a:t>0.031863705692576717</a:t>
            </a:r>
          </a:p>
          <a:p>
            <a:r>
              <a:t>Range</a:t>
            </a:r>
          </a:p>
          <a:p>
            <a:pPr lvl="1"/>
            <a:r>
              <a:t>Sampler 1: 0.0115</a:t>
            </a:r>
          </a:p>
          <a:p>
            <a:pPr lvl="1"/>
            <a:r>
              <a:t>Sampler 2: 0.0109</a:t>
            </a:r>
          </a:p>
          <a:p>
            <a:r>
              <a:t>dBm Mean</a:t>
            </a:r>
          </a:p>
          <a:p>
            <a:pPr lvl="1"/>
            <a:r>
              <a:t>DUT output 9.98905</a:t>
            </a:r>
          </a:p>
          <a:p>
            <a:pPr lvl="1"/>
            <a:r>
              <a:t>DUT input 10.5074</a:t>
            </a:r>
          </a:p>
          <a:p>
            <a:r>
              <a:t>RMS Error </a:t>
            </a:r>
          </a:p>
          <a:p>
            <a:pPr lvl="1"/>
            <a:r>
              <a:t>0.0439668</a:t>
            </a:r>
          </a:p>
          <a:p>
            <a:r>
              <a:t>Max Error </a:t>
            </a:r>
          </a:p>
          <a:p>
            <a:pPr lvl="1"/>
            <a:r>
              <a:t>0.0712259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8.000000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0.439</a:t>
            </a:r>
          </a:p>
          <a:p>
            <a:pPr lvl="1"/>
            <a:r>
              <a:t>Sampler 2: 0.378</a:t>
            </a:r>
          </a:p>
          <a:p>
            <a:r>
              <a:t>Kappa</a:t>
            </a:r>
          </a:p>
          <a:p>
            <a:pPr lvl="1"/>
            <a:r>
              <a:t>Sampler 1: 0.412</a:t>
            </a:r>
          </a:p>
          <a:p>
            <a:pPr lvl="1"/>
            <a:r>
              <a:t>Sampler 2: 0.409</a:t>
            </a:r>
          </a:p>
          <a:p>
            <a:r>
              <a:t>Goodness Of fit </a:t>
            </a:r>
          </a:p>
          <a:p>
            <a:pPr lvl="1"/>
            <a:r>
              <a:t>0.025366009392892481</a:t>
            </a:r>
          </a:p>
          <a:p>
            <a:r>
              <a:t>Range</a:t>
            </a:r>
          </a:p>
          <a:p>
            <a:pPr lvl="1"/>
            <a:r>
              <a:t>Sampler 1: 0.00649</a:t>
            </a:r>
          </a:p>
          <a:p>
            <a:pPr lvl="1"/>
            <a:r>
              <a:t>Sampler 2: 0.00618</a:t>
            </a:r>
          </a:p>
          <a:p>
            <a:r>
              <a:t>dBm Mean</a:t>
            </a:r>
          </a:p>
          <a:p>
            <a:pPr lvl="1"/>
            <a:r>
              <a:t>DUT output 7.98543</a:t>
            </a:r>
          </a:p>
          <a:p>
            <a:pPr lvl="1"/>
            <a:r>
              <a:t>DUT input 8.50184</a:t>
            </a:r>
          </a:p>
          <a:p>
            <a:r>
              <a:t>RMS Error </a:t>
            </a:r>
          </a:p>
          <a:p>
            <a:pPr lvl="1"/>
            <a:r>
              <a:t>0.0487065</a:t>
            </a:r>
          </a:p>
          <a:p>
            <a:r>
              <a:t>Max Error </a:t>
            </a:r>
          </a:p>
          <a:p>
            <a:pPr lvl="1"/>
            <a:r>
              <a:t>0.0704244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11.20 GHz, 8.000000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0.378</a:t>
            </a:r>
          </a:p>
          <a:p>
            <a:pPr lvl="1"/>
            <a:r>
              <a:t>Sampler 2: 0.336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0.067979902529492292</a:t>
            </a:r>
          </a:p>
          <a:p>
            <a:r>
              <a:t>Range</a:t>
            </a:r>
          </a:p>
          <a:p>
            <a:pPr lvl="1"/>
            <a:r>
              <a:t>Sampler 1: 0.00716</a:t>
            </a:r>
          </a:p>
          <a:p>
            <a:pPr lvl="1"/>
            <a:r>
              <a:t>Sampler 2: 0.00616</a:t>
            </a:r>
          </a:p>
          <a:p>
            <a:r>
              <a:t>dBm Mean</a:t>
            </a:r>
          </a:p>
          <a:p>
            <a:pPr lvl="1"/>
            <a:r>
              <a:t>DUT output 8.00985</a:t>
            </a:r>
          </a:p>
          <a:p>
            <a:pPr lvl="1"/>
            <a:r>
              <a:t>DUT input 8.52097</a:t>
            </a:r>
          </a:p>
          <a:p>
            <a:r>
              <a:t>RMS Error </a:t>
            </a:r>
          </a:p>
          <a:p>
            <a:pPr lvl="1"/>
            <a:r>
              <a:t>0.0640061</a:t>
            </a:r>
          </a:p>
          <a:p>
            <a:r>
              <a:t>Max Error </a:t>
            </a:r>
          </a:p>
          <a:p>
            <a:pPr lvl="1"/>
            <a:r>
              <a:t>0.0879221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10.80 GHz, 10.000000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0.32</a:t>
            </a:r>
          </a:p>
          <a:p>
            <a:pPr lvl="1"/>
            <a:r>
              <a:t>Sampler 2: 0.343</a:t>
            </a:r>
          </a:p>
          <a:p>
            <a:r>
              <a:t>Kappa</a:t>
            </a:r>
          </a:p>
          <a:p>
            <a:pPr lvl="1"/>
            <a:r>
              <a:t>Sampler 1: 0.412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0.10935600373483753</a:t>
            </a:r>
          </a:p>
          <a:p>
            <a:r>
              <a:t>Range</a:t>
            </a:r>
          </a:p>
          <a:p>
            <a:pPr lvl="1"/>
            <a:r>
              <a:t>Sampler 1: 0.00919</a:t>
            </a:r>
          </a:p>
          <a:p>
            <a:pPr lvl="1"/>
            <a:r>
              <a:t>Sampler 2: 0.00953</a:t>
            </a:r>
          </a:p>
          <a:p>
            <a:r>
              <a:t>dBm Mean</a:t>
            </a:r>
          </a:p>
          <a:p>
            <a:pPr lvl="1"/>
            <a:r>
              <a:t>DUT output 9.97368</a:t>
            </a:r>
          </a:p>
          <a:p>
            <a:pPr lvl="1"/>
            <a:r>
              <a:t>DUT input 10.4174</a:t>
            </a:r>
          </a:p>
          <a:p>
            <a:r>
              <a:t>RMS Error </a:t>
            </a:r>
          </a:p>
          <a:p>
            <a:pPr lvl="1"/>
            <a:r>
              <a:t>0.0580391</a:t>
            </a:r>
          </a:p>
          <a:p>
            <a:r>
              <a:t>Max Error </a:t>
            </a:r>
          </a:p>
          <a:p>
            <a:pPr lvl="1"/>
            <a:r>
              <a:t>0.0999925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10.90 GHz, 10.000000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0.393</a:t>
            </a:r>
          </a:p>
          <a:p>
            <a:pPr lvl="1"/>
            <a:r>
              <a:t>Sampler 2: 0.339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0.024656456459019312</a:t>
            </a:r>
          </a:p>
          <a:p>
            <a:r>
              <a:t>Range</a:t>
            </a:r>
          </a:p>
          <a:p>
            <a:pPr lvl="1"/>
            <a:r>
              <a:t>Sampler 1: 0.0101</a:t>
            </a:r>
          </a:p>
          <a:p>
            <a:pPr lvl="1"/>
            <a:r>
              <a:t>Sampler 2: 0.00959</a:t>
            </a:r>
          </a:p>
          <a:p>
            <a:r>
              <a:t>dBm Mean</a:t>
            </a:r>
          </a:p>
          <a:p>
            <a:pPr lvl="1"/>
            <a:r>
              <a:t>DUT output 9.97417</a:t>
            </a:r>
          </a:p>
          <a:p>
            <a:pPr lvl="1"/>
            <a:r>
              <a:t>DUT input 10.4914</a:t>
            </a:r>
          </a:p>
          <a:p>
            <a:r>
              <a:t>RMS Error </a:t>
            </a:r>
          </a:p>
          <a:p>
            <a:pPr lvl="1"/>
            <a:r>
              <a:t>0.0361116</a:t>
            </a:r>
          </a:p>
          <a:p>
            <a:r>
              <a:t>Max Error </a:t>
            </a:r>
          </a:p>
          <a:p>
            <a:pPr lvl="1"/>
            <a:r>
              <a:t>0.0697982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Coupled Line Performance At 11.00 GHz, 10.000000 dBm Output Power 2.00 V mean sampler bias</a:t>
            </a:r>
          </a:p>
        </p:txBody>
      </p:sp>
      <p:pic>
        <p:nvPicPr>
          <p:cNvPr id="3" name="Left Content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58934"/>
            <a:ext cx="5181600" cy="3884719"/>
          </a:xfrm>
          <a:prstGeom prst="rect">
            <a:avLst/>
          </a:prstGeom>
        </p:spPr>
      </p:pic>
      <p:sp>
        <p:nvSpPr>
          <p:cNvPr id="4" name="Right Content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70000" lnSpcReduction="20000"/>
          </a:bodyPr>
          <a:lstStyle/>
          <a:p>
            <a:r>
              <a:t>Sampler Av </a:t>
            </a:r>
          </a:p>
          <a:p>
            <a:pPr lvl="1"/>
            <a:r>
              <a:t>Sampler 1: 0.415</a:t>
            </a:r>
          </a:p>
          <a:p>
            <a:pPr lvl="1"/>
            <a:r>
              <a:t>Sampler 2: 0.416</a:t>
            </a:r>
          </a:p>
          <a:p>
            <a:r>
              <a:t>Kappa</a:t>
            </a:r>
          </a:p>
          <a:p>
            <a:pPr lvl="1"/>
            <a:r>
              <a:t>Sampler 1: 0.411</a:t>
            </a:r>
          </a:p>
          <a:p>
            <a:pPr lvl="1"/>
            <a:r>
              <a:t>Sampler 2: 0.411</a:t>
            </a:r>
          </a:p>
          <a:p>
            <a:r>
              <a:t>Goodness Of fit </a:t>
            </a:r>
          </a:p>
          <a:p>
            <a:pPr lvl="1"/>
            <a:r>
              <a:t>0.051220588194671859</a:t>
            </a:r>
          </a:p>
          <a:p>
            <a:r>
              <a:t>Range</a:t>
            </a:r>
          </a:p>
          <a:p>
            <a:pPr lvl="1"/>
            <a:r>
              <a:t>Sampler 1: 0.0109</a:t>
            </a:r>
          </a:p>
          <a:p>
            <a:pPr lvl="1"/>
            <a:r>
              <a:t>Sampler 2: 0.0092</a:t>
            </a:r>
          </a:p>
          <a:p>
            <a:r>
              <a:t>dBm Mean</a:t>
            </a:r>
          </a:p>
          <a:p>
            <a:pPr lvl="1"/>
            <a:r>
              <a:t>DUT output 10.0123</a:t>
            </a:r>
          </a:p>
          <a:p>
            <a:pPr lvl="1"/>
            <a:r>
              <a:t>DUT input 10.4481</a:t>
            </a:r>
          </a:p>
          <a:p>
            <a:r>
              <a:t>RMS Error </a:t>
            </a:r>
          </a:p>
          <a:p>
            <a:pPr lvl="1"/>
            <a:r>
              <a:t>0.0532743</a:t>
            </a:r>
          </a:p>
          <a:p>
            <a:r>
              <a:t>Max Error </a:t>
            </a:r>
          </a:p>
          <a:p>
            <a:pPr lvl="1"/>
            <a:r>
              <a:t>0.0845864</a:t>
            </a:r>
          </a:p>
        </p:txBody>
      </p:sp>
      <p:sp>
        <p:nvSpPr>
          <p:cNvPr id="5" name="Date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C3F0B-2B7F-4782-B315-33E516447C2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CB95C-998B-4B89-BDB5-3B69D78FC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4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.potx" id="{4DAAD9BA-8E58-4898-BC8A-99302C4F06E1}" vid="{BA943B1D-2A1C-434D-B720-D47753C609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581</Words>
  <Application>Microsoft Office PowerPoint</Application>
  <PresentationFormat>Widescreen</PresentationFormat>
  <Paragraphs>192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Coupledline Compiled Data</vt:lpstr>
      <vt:lpstr>Coupled Line Performance At 10.90 GHz, 10.000000 dBm Output Power 1.50 V mean sampler bias</vt:lpstr>
      <vt:lpstr>Coupled Line Performance At 10.90 GHz, 6.000000 dBm Output Power 1.75 V mean sampler bias</vt:lpstr>
      <vt:lpstr>Coupled Line Performance At 10.80 GHz, 10.000000 dBm Output Power 1.75 V mean sampler bias</vt:lpstr>
      <vt:lpstr>Coupled Line Performance At 10.90 GHz, 10.000000 dBm Output Power 1.75 V mean sampler bias</vt:lpstr>
      <vt:lpstr>Coupled Line Performance At 10.90 GHz, 8.000000 dBm Output Power 2.00 V mean sampler bias</vt:lpstr>
      <vt:lpstr>Coupled Line Performance At 11.20 GHz, 8.000000 dBm Output Power 2.00 V mean sampler bias</vt:lpstr>
      <vt:lpstr>Coupled Line Performance At 10.80 GHz, 10.000000 dBm Output Power 2.00 V mean sampler bias</vt:lpstr>
      <vt:lpstr>Coupled Line Performance At 10.90 GHz, 10.000000 dBm Output Power 2.00 V mean sampler bias</vt:lpstr>
      <vt:lpstr>Coupled Line Performance At 11.00 GHz, 10.000000 dBm Output Power 2.00 V mean sampler bias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9</cp:revision>
  <dcterms:created xsi:type="dcterms:W3CDTF">2014-10-29T15:36:00Z</dcterms:created>
  <dcterms:modified xsi:type="dcterms:W3CDTF">2025-09-19T17:11:38Z</dcterms:modified>
</cp:coreProperties>
</file>