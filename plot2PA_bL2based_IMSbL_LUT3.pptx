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24" Target="slides/slide19.xml" Type="http://schemas.openxmlformats.org/officeDocument/2006/relationships/slide"/>
  <Relationship Id="rId25" Target="slides/slide20.xml" Type="http://schemas.openxmlformats.org/officeDocument/2006/relationships/slide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9aaeabaf-d4da-4455-a7d7-aac116314127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0840f972-1c30-4b1f-96ae-ded8ea0f9ded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4fafe1ee-6618-4811-b677-6af7570e1eb7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674ea508-270f-4614-b0e0-e94287aa4905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710c94f2-f287-4353-a0c9-93b5f2ada93e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9e1ff56c-9a58-4ebd-acf8-d692f7d1aa4e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5ffb12bb-66c0-4409-aa1b-aae843966bb9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161b8b66-b959-414d-aa84-6445e9adc028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d4c09716-4517-44d4-b4fd-9f9c5d1cff23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7ca16206-4b82-404c-8efa-b36778b4711d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d8b5a7ee-ce38-4e1d-b22d-3c0961864e02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5cd9fc55-b713-491e-9f12-0bf14d712e0b.pn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ca8625cd-5b7a-43c6-b650-fd95ee874fd8.pn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a04a7153-f7fe-4b35-a010-ad47c93dab17.pn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7cbc9f4e-840d-46df-b30d-8510f3e44270.pn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6890dda3-beba-4f24-af6a-5acc5f954918.pn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d7a3e0e5-3d7f-4b56-acdd-211f313c2ba2.png" Type="http://schemas.openxmlformats.org/officeDocument/2006/relationships/image"/>
</Relationships>

</file>

<file path=ppt/slides/_rels/slide19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26be060f-6bcd-45c4-b644-47cf91a7d764.png" Type="http://schemas.openxmlformats.org/officeDocument/2006/relationships/image"/>
</Relationships>

</file>

<file path=ppt/slides/_rels/slide20.xml.rels><?xml version="1.0" encoding="UTF-8" standalone="yes" ?>
<Relationships xmlns="http://schemas.openxmlformats.org/package/2006/relationships">
  <Relationship Id="rId1" Target="../slideLayouts/slideLayout4.xml" Type="http://schemas.openxmlformats.org/officeDocument/2006/relationships/slideLayout"/>
  <Relationship Id="rId2" Target="../media/07ed4d40-51ca-4cf9-9479-62afab0305a2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9.90 GHz, 14.000000 dBm Output Power 1.72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0.588</a:t>
            </a:r>
          </a:p>
          <a:p>
            <a:pPr lvl="1"/>
            <a:r>
              <a:t>Sampler 2: 0.383</a:t>
            </a:r>
          </a:p>
          <a:p>
            <a:r>
              <a:t>Kappa</a:t>
            </a:r>
          </a:p>
          <a:p>
            <a:pPr lvl="1"/>
            <a:r>
              <a:t>Sampler 1: 0.0154</a:t>
            </a:r>
          </a:p>
          <a:p>
            <a:pPr lvl="1"/>
            <a:r>
              <a:t>Sampler 2: 0.0192</a:t>
            </a:r>
          </a:p>
          <a:p>
            <a:r>
              <a:t>Goodness Of fit </a:t>
            </a:r>
          </a:p>
          <a:p>
            <a:pPr lvl="1"/>
            <a:r>
              <a:t>1.3062370905611014</a:t>
            </a:r>
          </a:p>
          <a:p>
            <a:r>
              <a:t>Range</a:t>
            </a:r>
          </a:p>
          <a:p>
            <a:pPr lvl="1"/>
            <a:r>
              <a:t>Sampler 1: 0.019</a:t>
            </a:r>
          </a:p>
          <a:p>
            <a:pPr lvl="1"/>
            <a:r>
              <a:t>Sampler 2: 0.0138</a:t>
            </a:r>
          </a:p>
          <a:p>
            <a:r>
              <a:t>dBm Mean</a:t>
            </a:r>
          </a:p>
          <a:p>
            <a:pPr lvl="1"/>
            <a:r>
              <a:t>DUT output 13.9637</a:t>
            </a:r>
          </a:p>
          <a:p>
            <a:pPr lvl="1"/>
            <a:r>
              <a:t>DUT input 1.70429</a:t>
            </a:r>
          </a:p>
          <a:p>
            <a:r>
              <a:t>RMS Error </a:t>
            </a:r>
          </a:p>
          <a:p>
            <a:pPr lvl="1"/>
            <a:r>
              <a:t>0.0943979</a:t>
            </a:r>
          </a:p>
          <a:p>
            <a:r>
              <a:t>Max Error </a:t>
            </a:r>
          </a:p>
          <a:p>
            <a:pPr lvl="1"/>
            <a:r>
              <a:t>0.202343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1.72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0.328</a:t>
            </a:r>
          </a:p>
          <a:p>
            <a:pPr lvl="1"/>
            <a:r>
              <a:t>Sampler 2: 0.251</a:t>
            </a:r>
          </a:p>
          <a:p>
            <a:r>
              <a:t>Kappa</a:t>
            </a:r>
          </a:p>
          <a:p>
            <a:pPr lvl="1"/>
            <a:r>
              <a:t>Sampler 1: 0.023</a:t>
            </a:r>
          </a:p>
          <a:p>
            <a:pPr lvl="1"/>
            <a:r>
              <a:t>Sampler 2: 0.0231</a:t>
            </a:r>
          </a:p>
          <a:p>
            <a:r>
              <a:t>Goodness Of fit </a:t>
            </a:r>
          </a:p>
          <a:p>
            <a:pPr lvl="1"/>
            <a:r>
              <a:t>0.19942792437769705</a:t>
            </a:r>
          </a:p>
          <a:p>
            <a:r>
              <a:t>Range</a:t>
            </a:r>
          </a:p>
          <a:p>
            <a:pPr lvl="1"/>
            <a:r>
              <a:t>Sampler 1: 0.0198</a:t>
            </a:r>
          </a:p>
          <a:p>
            <a:pPr lvl="1"/>
            <a:r>
              <a:t>Sampler 2: 0.0156</a:t>
            </a:r>
          </a:p>
          <a:p>
            <a:r>
              <a:t>dBm Mean</a:t>
            </a:r>
          </a:p>
          <a:p>
            <a:pPr lvl="1"/>
            <a:r>
              <a:t>DUT output 14.5112</a:t>
            </a:r>
          </a:p>
          <a:p>
            <a:pPr lvl="1"/>
            <a:r>
              <a:t>DUT input 2.75696</a:t>
            </a:r>
          </a:p>
          <a:p>
            <a:r>
              <a:t>RMS Error </a:t>
            </a:r>
          </a:p>
          <a:p>
            <a:pPr lvl="1"/>
            <a:r>
              <a:t>0.0461104</a:t>
            </a:r>
          </a:p>
          <a:p>
            <a:r>
              <a:t>Max Error </a:t>
            </a:r>
          </a:p>
          <a:p>
            <a:pPr lvl="1"/>
            <a:r>
              <a:t>0.209782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1.72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</a:t>
            </a:r>
          </a:p>
          <a:p>
            <a:pPr lvl="1"/>
            <a:r>
              <a:t>Sampler 2: 0.226</a:t>
            </a:r>
          </a:p>
          <a:p>
            <a:r>
              <a:t>Kappa</a:t>
            </a:r>
          </a:p>
          <a:p>
            <a:pPr lvl="1"/>
            <a:r>
              <a:t>Sampler 1: 0.0227</a:t>
            </a:r>
          </a:p>
          <a:p>
            <a:pPr lvl="1"/>
            <a:r>
              <a:t>Sampler 2: 0.0253</a:t>
            </a:r>
          </a:p>
          <a:p>
            <a:r>
              <a:t>Goodness Of fit </a:t>
            </a:r>
          </a:p>
          <a:p>
            <a:pPr lvl="1"/>
            <a:r>
              <a:t>0.30560928325761405</a:t>
            </a:r>
          </a:p>
          <a:p>
            <a:r>
              <a:t>Range</a:t>
            </a:r>
          </a:p>
          <a:p>
            <a:pPr lvl="1"/>
            <a:r>
              <a:t>Sampler 1: 0.0274</a:t>
            </a:r>
          </a:p>
          <a:p>
            <a:pPr lvl="1"/>
            <a:r>
              <a:t>Sampler 2: 0.022</a:t>
            </a:r>
          </a:p>
          <a:p>
            <a:r>
              <a:t>dBm Mean</a:t>
            </a:r>
          </a:p>
          <a:p>
            <a:pPr lvl="1"/>
            <a:r>
              <a:t>DUT output 16.0742</a:t>
            </a:r>
          </a:p>
          <a:p>
            <a:pPr lvl="1"/>
            <a:r>
              <a:t>DUT input 4.34667</a:t>
            </a:r>
          </a:p>
          <a:p>
            <a:r>
              <a:t>RMS Error </a:t>
            </a:r>
          </a:p>
          <a:p>
            <a:pPr lvl="1"/>
            <a:r>
              <a:t>0.0504821</a:t>
            </a:r>
          </a:p>
          <a:p>
            <a:r>
              <a:t>Max Error </a:t>
            </a:r>
          </a:p>
          <a:p>
            <a:pPr lvl="1"/>
            <a:r>
              <a:t>0.166366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1.72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0.324</a:t>
            </a:r>
          </a:p>
          <a:p>
            <a:pPr lvl="1"/>
            <a:r>
              <a:t>Sampler 2: 0.24</a:t>
            </a:r>
          </a:p>
          <a:p>
            <a:r>
              <a:t>Kappa</a:t>
            </a:r>
          </a:p>
          <a:p>
            <a:pPr lvl="1"/>
            <a:r>
              <a:t>Sampler 1: 0.0225</a:t>
            </a:r>
          </a:p>
          <a:p>
            <a:pPr lvl="1"/>
            <a:r>
              <a:t>Sampler 2: 0.0228</a:t>
            </a:r>
          </a:p>
          <a:p>
            <a:r>
              <a:t>Goodness Of fit </a:t>
            </a:r>
          </a:p>
          <a:p>
            <a:pPr lvl="1"/>
            <a:r>
              <a:t>0.59589393349158382</a:t>
            </a:r>
          </a:p>
          <a:p>
            <a:r>
              <a:t>Range</a:t>
            </a:r>
          </a:p>
          <a:p>
            <a:pPr lvl="1"/>
            <a:r>
              <a:t>Sampler 1: 0.0402</a:t>
            </a:r>
          </a:p>
          <a:p>
            <a:pPr lvl="1"/>
            <a:r>
              <a:t>Sampler 2: 0.0317</a:t>
            </a:r>
          </a:p>
          <a:p>
            <a:r>
              <a:t>dBm Mean</a:t>
            </a:r>
          </a:p>
          <a:p>
            <a:pPr lvl="1"/>
            <a:r>
              <a:t>DUT output 17.9526</a:t>
            </a:r>
          </a:p>
          <a:p>
            <a:pPr lvl="1"/>
            <a:r>
              <a:t>DUT input 6.29237</a:t>
            </a:r>
          </a:p>
          <a:p>
            <a:r>
              <a:t>RMS Error </a:t>
            </a:r>
          </a:p>
          <a:p>
            <a:pPr lvl="1"/>
            <a:r>
              <a:t>0.0678726</a:t>
            </a:r>
          </a:p>
          <a:p>
            <a:r>
              <a:t>Max Error </a:t>
            </a:r>
          </a:p>
          <a:p>
            <a:pPr lvl="1"/>
            <a:r>
              <a:t>0.184743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18.000000 dBm Output Power 1.72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0.394</a:t>
            </a:r>
          </a:p>
          <a:p>
            <a:pPr lvl="1"/>
            <a:r>
              <a:t>Sampler 2: 0.243</a:t>
            </a:r>
          </a:p>
          <a:p>
            <a:r>
              <a:t>Kappa</a:t>
            </a:r>
          </a:p>
          <a:p>
            <a:pPr lvl="1"/>
            <a:r>
              <a:t>Sampler 1: 0.0203</a:t>
            </a:r>
          </a:p>
          <a:p>
            <a:pPr lvl="1"/>
            <a:r>
              <a:t>Sampler 2: 0.021</a:t>
            </a:r>
          </a:p>
          <a:p>
            <a:r>
              <a:t>Goodness Of fit </a:t>
            </a:r>
          </a:p>
          <a:p>
            <a:pPr lvl="1"/>
            <a:r>
              <a:t>1.1663671702339471</a:t>
            </a:r>
          </a:p>
          <a:p>
            <a:r>
              <a:t>Range</a:t>
            </a:r>
          </a:p>
          <a:p>
            <a:pPr lvl="1"/>
            <a:r>
              <a:t>Sampler 1: 0.0429</a:t>
            </a:r>
          </a:p>
          <a:p>
            <a:pPr lvl="1"/>
            <a:r>
              <a:t>Sampler 2: 0.0291</a:t>
            </a:r>
          </a:p>
          <a:p>
            <a:r>
              <a:t>dBm Mean</a:t>
            </a:r>
          </a:p>
          <a:p>
            <a:pPr lvl="1"/>
            <a:r>
              <a:t>DUT output 17.8689</a:t>
            </a:r>
          </a:p>
          <a:p>
            <a:pPr lvl="1"/>
            <a:r>
              <a:t>DUT input 6.74911</a:t>
            </a:r>
          </a:p>
          <a:p>
            <a:r>
              <a:t>RMS Error </a:t>
            </a:r>
          </a:p>
          <a:p>
            <a:pPr lvl="1"/>
            <a:r>
              <a:t>0.0892925</a:t>
            </a:r>
          </a:p>
          <a:p>
            <a:r>
              <a:t>Max Error </a:t>
            </a:r>
          </a:p>
          <a:p>
            <a:pPr lvl="1"/>
            <a:r>
              <a:t>0.196363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20.000000 dBm Output Power 1.72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0.263</a:t>
            </a:r>
          </a:p>
          <a:p>
            <a:pPr lvl="1"/>
            <a:r>
              <a:t>Sampler 2: 0.158</a:t>
            </a:r>
          </a:p>
          <a:p>
            <a:r>
              <a:t>Kappa</a:t>
            </a:r>
          </a:p>
          <a:p>
            <a:pPr lvl="1"/>
            <a:r>
              <a:t>Sampler 1: 0.028</a:t>
            </a:r>
          </a:p>
          <a:p>
            <a:pPr lvl="1"/>
            <a:r>
              <a:t>Sampler 2: 0.0295</a:t>
            </a:r>
          </a:p>
          <a:p>
            <a:r>
              <a:t>Goodness Of fit </a:t>
            </a:r>
          </a:p>
          <a:p>
            <a:pPr lvl="1"/>
            <a:r>
              <a:t>3.3529418431712621</a:t>
            </a:r>
          </a:p>
          <a:p>
            <a:r>
              <a:t>Range</a:t>
            </a:r>
          </a:p>
          <a:p>
            <a:pPr lvl="1"/>
            <a:r>
              <a:t>Sampler 1: 0.0821</a:t>
            </a:r>
          </a:p>
          <a:p>
            <a:pPr lvl="1"/>
            <a:r>
              <a:t>Sampler 2: 0.0535</a:t>
            </a:r>
          </a:p>
          <a:p>
            <a:r>
              <a:t>dBm Mean</a:t>
            </a:r>
          </a:p>
          <a:p>
            <a:pPr lvl="1"/>
            <a:r>
              <a:t>DUT output 19.9366</a:t>
            </a:r>
          </a:p>
          <a:p>
            <a:pPr lvl="1"/>
            <a:r>
              <a:t>DUT input 9.40941</a:t>
            </a:r>
          </a:p>
          <a:p>
            <a:r>
              <a:t>RMS Error </a:t>
            </a:r>
          </a:p>
          <a:p>
            <a:pPr lvl="1"/>
            <a:r>
              <a:t>0.0912958</a:t>
            </a:r>
          </a:p>
          <a:p>
            <a:r>
              <a:t>Max Error </a:t>
            </a:r>
          </a:p>
          <a:p>
            <a:pPr lvl="1"/>
            <a:r>
              <a:t>0.190861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1.72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0.355</a:t>
            </a:r>
          </a:p>
          <a:p>
            <a:pPr lvl="1"/>
            <a:r>
              <a:t>Sampler 2: 0.255</a:t>
            </a:r>
          </a:p>
          <a:p>
            <a:r>
              <a:t>Kappa</a:t>
            </a:r>
          </a:p>
          <a:p>
            <a:pPr lvl="1"/>
            <a:r>
              <a:t>Sampler 1: 0.0124</a:t>
            </a:r>
          </a:p>
          <a:p>
            <a:pPr lvl="1"/>
            <a:r>
              <a:t>Sampler 2: 0.0131</a:t>
            </a:r>
          </a:p>
          <a:p>
            <a:r>
              <a:t>Goodness Of fit </a:t>
            </a:r>
          </a:p>
          <a:p>
            <a:pPr lvl="1"/>
            <a:r>
              <a:t>0.98613298239701841</a:t>
            </a:r>
          </a:p>
          <a:p>
            <a:r>
              <a:t>Range</a:t>
            </a:r>
          </a:p>
          <a:p>
            <a:pPr lvl="1"/>
            <a:r>
              <a:t>Sampler 1: 0.0811</a:t>
            </a:r>
          </a:p>
          <a:p>
            <a:pPr lvl="1"/>
            <a:r>
              <a:t>Sampler 2: 0.062</a:t>
            </a:r>
          </a:p>
          <a:p>
            <a:r>
              <a:t>dBm Mean</a:t>
            </a:r>
          </a:p>
          <a:p>
            <a:pPr lvl="1"/>
            <a:r>
              <a:t>DUT output 21.6796</a:t>
            </a:r>
          </a:p>
          <a:p>
            <a:pPr lvl="1"/>
            <a:r>
              <a:t>DUT input 10.5808</a:t>
            </a:r>
          </a:p>
          <a:p>
            <a:r>
              <a:t>RMS Error </a:t>
            </a:r>
          </a:p>
          <a:p>
            <a:pPr lvl="1"/>
            <a:r>
              <a:t>0.0856459</a:t>
            </a:r>
          </a:p>
          <a:p>
            <a:r>
              <a:t>Max Error </a:t>
            </a:r>
          </a:p>
          <a:p>
            <a:pPr lvl="1"/>
            <a:r>
              <a:t>0.188356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22.000000 dBm Output Power 1.72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0.285</a:t>
            </a:r>
          </a:p>
          <a:p>
            <a:pPr lvl="1"/>
            <a:r>
              <a:t>Sampler 2: 0.165</a:t>
            </a:r>
          </a:p>
          <a:p>
            <a:r>
              <a:t>Kappa</a:t>
            </a:r>
          </a:p>
          <a:p>
            <a:pPr lvl="1"/>
            <a:r>
              <a:t>Sampler 1: 0.0294</a:t>
            </a:r>
          </a:p>
          <a:p>
            <a:pPr lvl="1"/>
            <a:r>
              <a:t>Sampler 2: 0.0274</a:t>
            </a:r>
          </a:p>
          <a:p>
            <a:r>
              <a:t>Goodness Of fit </a:t>
            </a:r>
          </a:p>
          <a:p>
            <a:pPr lvl="1"/>
            <a:r>
              <a:t>0.92581325642681123</a:t>
            </a:r>
          </a:p>
          <a:p>
            <a:r>
              <a:t>Range</a:t>
            </a:r>
          </a:p>
          <a:p>
            <a:pPr lvl="1"/>
            <a:r>
              <a:t>Sampler 1: 0.0888</a:t>
            </a:r>
          </a:p>
          <a:p>
            <a:pPr lvl="1"/>
            <a:r>
              <a:t>Sampler 2: 0.0567</a:t>
            </a:r>
          </a:p>
          <a:p>
            <a:r>
              <a:t>dBm Mean</a:t>
            </a:r>
          </a:p>
          <a:p>
            <a:pPr lvl="1"/>
            <a:r>
              <a:t>DUT output 21.6431</a:t>
            </a:r>
          </a:p>
          <a:p>
            <a:pPr lvl="1"/>
            <a:r>
              <a:t>DUT input 11.1421</a:t>
            </a:r>
          </a:p>
          <a:p>
            <a:r>
              <a:t>RMS Error </a:t>
            </a:r>
          </a:p>
          <a:p>
            <a:pPr lvl="1"/>
            <a:r>
              <a:t>0.0789227</a:t>
            </a:r>
          </a:p>
          <a:p>
            <a:r>
              <a:t>Max Error </a:t>
            </a:r>
          </a:p>
          <a:p>
            <a:pPr lvl="1"/>
            <a:r>
              <a:t>0.177515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1.82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0.348</a:t>
            </a:r>
          </a:p>
          <a:p>
            <a:pPr lvl="1"/>
            <a:r>
              <a:t>Sampler 2: 0.251</a:t>
            </a:r>
          </a:p>
          <a:p>
            <a:r>
              <a:t>Kappa</a:t>
            </a:r>
          </a:p>
          <a:p>
            <a:pPr lvl="1"/>
            <a:r>
              <a:t>Sampler 1: 0.0222</a:t>
            </a:r>
          </a:p>
          <a:p>
            <a:pPr lvl="1"/>
            <a:r>
              <a:t>Sampler 2: 0.0222</a:t>
            </a:r>
          </a:p>
          <a:p>
            <a:r>
              <a:t>Goodness Of fit </a:t>
            </a:r>
          </a:p>
          <a:p>
            <a:pPr lvl="1"/>
            <a:r>
              <a:t>0.28714784958015938</a:t>
            </a:r>
          </a:p>
          <a:p>
            <a:r>
              <a:t>Range</a:t>
            </a:r>
          </a:p>
          <a:p>
            <a:pPr lvl="1"/>
            <a:r>
              <a:t>Sampler 1: 0.0207</a:t>
            </a:r>
          </a:p>
          <a:p>
            <a:pPr lvl="1"/>
            <a:r>
              <a:t>Sampler 2: 0.0158</a:t>
            </a:r>
          </a:p>
          <a:p>
            <a:r>
              <a:t>dBm Mean</a:t>
            </a:r>
          </a:p>
          <a:p>
            <a:pPr lvl="1"/>
            <a:r>
              <a:t>DUT output 14.6082</a:t>
            </a:r>
          </a:p>
          <a:p>
            <a:pPr lvl="1"/>
            <a:r>
              <a:t>DUT input 3.22322</a:t>
            </a:r>
          </a:p>
          <a:p>
            <a:r>
              <a:t>RMS Error </a:t>
            </a:r>
          </a:p>
          <a:p>
            <a:pPr lvl="1"/>
            <a:r>
              <a:t>0.0471981</a:t>
            </a:r>
          </a:p>
          <a:p>
            <a:r>
              <a:t>Max Error </a:t>
            </a:r>
          </a:p>
          <a:p>
            <a:pPr lvl="1"/>
            <a:r>
              <a:t>0.162158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1.82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0.378</a:t>
            </a:r>
          </a:p>
          <a:p>
            <a:pPr lvl="1"/>
            <a:r>
              <a:t>Sampler 2: 0.271</a:t>
            </a:r>
          </a:p>
          <a:p>
            <a:r>
              <a:t>Kappa</a:t>
            </a:r>
          </a:p>
          <a:p>
            <a:pPr lvl="1"/>
            <a:r>
              <a:t>Sampler 1: 0.0204</a:t>
            </a:r>
          </a:p>
          <a:p>
            <a:pPr lvl="1"/>
            <a:r>
              <a:t>Sampler 2: 0.0205</a:t>
            </a:r>
          </a:p>
          <a:p>
            <a:r>
              <a:t>Goodness Of fit </a:t>
            </a:r>
          </a:p>
          <a:p>
            <a:pPr lvl="1"/>
            <a:r>
              <a:t>0.59937199172377298</a:t>
            </a:r>
          </a:p>
          <a:p>
            <a:r>
              <a:t>Range</a:t>
            </a:r>
          </a:p>
          <a:p>
            <a:pPr lvl="1"/>
            <a:r>
              <a:t>Sampler 1: 0.0271</a:t>
            </a:r>
          </a:p>
          <a:p>
            <a:pPr lvl="1"/>
            <a:r>
              <a:t>Sampler 2: 0.0209</a:t>
            </a:r>
          </a:p>
          <a:p>
            <a:r>
              <a:t>dBm Mean</a:t>
            </a:r>
          </a:p>
          <a:p>
            <a:pPr lvl="1"/>
            <a:r>
              <a:t>DUT output 15.8588</a:t>
            </a:r>
          </a:p>
          <a:p>
            <a:pPr lvl="1"/>
            <a:r>
              <a:t>DUT input 4.57205</a:t>
            </a:r>
          </a:p>
          <a:p>
            <a:r>
              <a:t>RMS Error </a:t>
            </a:r>
          </a:p>
          <a:p>
            <a:pPr lvl="1"/>
            <a:r>
              <a:t>0.0696385</a:t>
            </a:r>
          </a:p>
          <a:p>
            <a:r>
              <a:t>Max Error </a:t>
            </a:r>
          </a:p>
          <a:p>
            <a:pPr lvl="1"/>
            <a:r>
              <a:t>0.198213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1.82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0.35</a:t>
            </a:r>
          </a:p>
          <a:p>
            <a:pPr lvl="1"/>
            <a:r>
              <a:t>Sampler 2: 0.244</a:t>
            </a:r>
          </a:p>
          <a:p>
            <a:r>
              <a:t>Kappa</a:t>
            </a:r>
          </a:p>
          <a:p>
            <a:pPr lvl="1"/>
            <a:r>
              <a:t>Sampler 1: 0.0212</a:t>
            </a:r>
          </a:p>
          <a:p>
            <a:pPr lvl="1"/>
            <a:r>
              <a:t>Sampler 2: 0.0212</a:t>
            </a:r>
          </a:p>
          <a:p>
            <a:r>
              <a:t>Goodness Of fit </a:t>
            </a:r>
          </a:p>
          <a:p>
            <a:pPr lvl="1"/>
            <a:r>
              <a:t>0.63415120496592603</a:t>
            </a:r>
          </a:p>
          <a:p>
            <a:r>
              <a:t>Range</a:t>
            </a:r>
          </a:p>
          <a:p>
            <a:pPr lvl="1"/>
            <a:r>
              <a:t>Sampler 1: 0.039</a:t>
            </a:r>
          </a:p>
          <a:p>
            <a:pPr lvl="1"/>
            <a:r>
              <a:t>Sampler 2: 0.0289</a:t>
            </a:r>
          </a:p>
          <a:p>
            <a:r>
              <a:t>dBm Mean</a:t>
            </a:r>
          </a:p>
          <a:p>
            <a:pPr lvl="1"/>
            <a:r>
              <a:t>DUT output 17.7074</a:t>
            </a:r>
          </a:p>
          <a:p>
            <a:pPr lvl="1"/>
            <a:r>
              <a:t>DUT input 6.64951</a:t>
            </a:r>
          </a:p>
          <a:p>
            <a:r>
              <a:t>RMS Error </a:t>
            </a:r>
          </a:p>
          <a:p>
            <a:pPr lvl="1"/>
            <a:r>
              <a:t>0.0691645</a:t>
            </a:r>
          </a:p>
          <a:p>
            <a:r>
              <a:t>Max Error </a:t>
            </a:r>
          </a:p>
          <a:p>
            <a:pPr lvl="1"/>
            <a:r>
              <a:t>0.16331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18.000000 dBm Output Power 1.82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0.394</a:t>
            </a:r>
          </a:p>
          <a:p>
            <a:pPr lvl="1"/>
            <a:r>
              <a:t>Sampler 2: 0.227</a:t>
            </a:r>
          </a:p>
          <a:p>
            <a:r>
              <a:t>Kappa</a:t>
            </a:r>
          </a:p>
          <a:p>
            <a:pPr lvl="1"/>
            <a:r>
              <a:t>Sampler 1: 0.019</a:t>
            </a:r>
          </a:p>
          <a:p>
            <a:pPr lvl="1"/>
            <a:r>
              <a:t>Sampler 2: 0.0213</a:t>
            </a:r>
          </a:p>
          <a:p>
            <a:r>
              <a:t>Goodness Of fit </a:t>
            </a:r>
          </a:p>
          <a:p>
            <a:pPr lvl="1"/>
            <a:r>
              <a:t>1.116549269740603</a:t>
            </a:r>
          </a:p>
          <a:p>
            <a:r>
              <a:t>Range</a:t>
            </a:r>
          </a:p>
          <a:p>
            <a:pPr lvl="1"/>
            <a:r>
              <a:t>Sampler 1: 0.0441</a:t>
            </a:r>
          </a:p>
          <a:p>
            <a:pPr lvl="1"/>
            <a:r>
              <a:t>Sampler 2: 0.0279</a:t>
            </a:r>
          </a:p>
          <a:p>
            <a:r>
              <a:t>dBm Mean</a:t>
            </a:r>
          </a:p>
          <a:p>
            <a:pPr lvl="1"/>
            <a:r>
              <a:t>DUT output 17.8175</a:t>
            </a:r>
          </a:p>
          <a:p>
            <a:pPr lvl="1"/>
            <a:r>
              <a:t>DUT input 7.35988</a:t>
            </a:r>
          </a:p>
          <a:p>
            <a:r>
              <a:t>RMS Error </a:t>
            </a:r>
          </a:p>
          <a:p>
            <a:pPr lvl="1"/>
            <a:r>
              <a:t>0.0859946</a:t>
            </a:r>
          </a:p>
          <a:p>
            <a:r>
              <a:t>Max Error </a:t>
            </a:r>
          </a:p>
          <a:p>
            <a:pPr lvl="1"/>
            <a:r>
              <a:t>0.197409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1.82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0.318</a:t>
            </a:r>
          </a:p>
          <a:p>
            <a:pPr lvl="1"/>
            <a:r>
              <a:t>Sampler 2: 0.218</a:t>
            </a:r>
          </a:p>
          <a:p>
            <a:r>
              <a:t>Kappa</a:t>
            </a:r>
          </a:p>
          <a:p>
            <a:pPr lvl="1"/>
            <a:r>
              <a:t>Sampler 1: 0.0171</a:t>
            </a:r>
          </a:p>
          <a:p>
            <a:pPr lvl="1"/>
            <a:r>
              <a:t>Sampler 2: 0.0182</a:t>
            </a:r>
          </a:p>
          <a:p>
            <a:r>
              <a:t>Goodness Of fit </a:t>
            </a:r>
          </a:p>
          <a:p>
            <a:pPr lvl="1"/>
            <a:r>
              <a:t>0.82502050373877189</a:t>
            </a:r>
          </a:p>
          <a:p>
            <a:r>
              <a:t>Range</a:t>
            </a:r>
          </a:p>
          <a:p>
            <a:pPr lvl="1"/>
            <a:r>
              <a:t>Sampler 1: 0.0838</a:t>
            </a:r>
          </a:p>
          <a:p>
            <a:pPr lvl="1"/>
            <a:r>
              <a:t>Sampler 2: 0.0605</a:t>
            </a:r>
          </a:p>
          <a:p>
            <a:r>
              <a:t>dBm Mean</a:t>
            </a:r>
          </a:p>
          <a:p>
            <a:pPr lvl="1"/>
            <a:r>
              <a:t>DUT output 21.7591</a:t>
            </a:r>
          </a:p>
          <a:p>
            <a:pPr lvl="1"/>
            <a:r>
              <a:t>DUT input 11.3198</a:t>
            </a:r>
          </a:p>
          <a:p>
            <a:r>
              <a:t>RMS Error </a:t>
            </a:r>
          </a:p>
          <a:p>
            <a:pPr lvl="1"/>
            <a:r>
              <a:t>0.0781144</a:t>
            </a:r>
          </a:p>
          <a:p>
            <a:r>
              <a:t>Max Error </a:t>
            </a:r>
          </a:p>
          <a:p>
            <a:pPr lvl="1"/>
            <a:r>
              <a:t>0.192978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22.000000 dBm Output Power 1.82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0.326</a:t>
            </a:r>
          </a:p>
          <a:p>
            <a:pPr lvl="1"/>
            <a:r>
              <a:t>Sampler 2: 0.184</a:t>
            </a:r>
          </a:p>
          <a:p>
            <a:r>
              <a:t>Kappa</a:t>
            </a:r>
          </a:p>
          <a:p>
            <a:pPr lvl="1"/>
            <a:r>
              <a:t>Sampler 1: 0.0212</a:t>
            </a:r>
          </a:p>
          <a:p>
            <a:pPr lvl="1"/>
            <a:r>
              <a:t>Sampler 2: 0.0224</a:t>
            </a:r>
          </a:p>
          <a:p>
            <a:r>
              <a:t>Goodness Of fit </a:t>
            </a:r>
          </a:p>
          <a:p>
            <a:pPr lvl="1"/>
            <a:r>
              <a:t>1.2164967782577976</a:t>
            </a:r>
          </a:p>
          <a:p>
            <a:r>
              <a:t>Range</a:t>
            </a:r>
          </a:p>
          <a:p>
            <a:pPr lvl="1"/>
            <a:r>
              <a:t>Sampler 1: 0.0904</a:t>
            </a:r>
          </a:p>
          <a:p>
            <a:pPr lvl="1"/>
            <a:r>
              <a:t>Sampler 2: 0.0566</a:t>
            </a:r>
          </a:p>
          <a:p>
            <a:r>
              <a:t>dBm Mean</a:t>
            </a:r>
          </a:p>
          <a:p>
            <a:pPr lvl="1"/>
            <a:r>
              <a:t>DUT output 21.6879</a:t>
            </a:r>
          </a:p>
          <a:p>
            <a:pPr lvl="1"/>
            <a:r>
              <a:t>DUT input 11.8606</a:t>
            </a:r>
          </a:p>
          <a:p>
            <a:r>
              <a:t>RMS Error </a:t>
            </a:r>
          </a:p>
          <a:p>
            <a:pPr lvl="1"/>
            <a:r>
              <a:t>0.092681</a:t>
            </a:r>
          </a:p>
          <a:p>
            <a:r>
              <a:t>Max Error </a:t>
            </a:r>
          </a:p>
          <a:p>
            <a:pPr lvl="1"/>
            <a:r>
              <a:t>0.202751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14.000000 dBm Output Power 1.90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0.4</a:t>
            </a:r>
          </a:p>
          <a:p>
            <a:pPr lvl="1"/>
            <a:r>
              <a:t>Sampler 2: 0.271</a:t>
            </a:r>
          </a:p>
          <a:p>
            <a:r>
              <a:t>Kappa</a:t>
            </a:r>
          </a:p>
          <a:p>
            <a:pPr lvl="1"/>
            <a:r>
              <a:t>Sampler 1: 0.0209</a:t>
            </a:r>
          </a:p>
          <a:p>
            <a:pPr lvl="1"/>
            <a:r>
              <a:t>Sampler 2: 0.0208</a:t>
            </a:r>
          </a:p>
          <a:p>
            <a:r>
              <a:t>Goodness Of fit </a:t>
            </a:r>
          </a:p>
          <a:p>
            <a:pPr lvl="1"/>
            <a:r>
              <a:t>0.15258487600197301</a:t>
            </a:r>
          </a:p>
          <a:p>
            <a:r>
              <a:t>Range</a:t>
            </a:r>
          </a:p>
          <a:p>
            <a:pPr lvl="1"/>
            <a:r>
              <a:t>Sampler 1: 0.0219</a:t>
            </a:r>
          </a:p>
          <a:p>
            <a:pPr lvl="1"/>
            <a:r>
              <a:t>Sampler 2: 0.0158</a:t>
            </a:r>
          </a:p>
          <a:p>
            <a:r>
              <a:t>dBm Mean</a:t>
            </a:r>
          </a:p>
          <a:p>
            <a:pPr lvl="1"/>
            <a:r>
              <a:t>DUT output 14.7712</a:t>
            </a:r>
          </a:p>
          <a:p>
            <a:pPr lvl="1"/>
            <a:r>
              <a:t>DUT input 4.10848</a:t>
            </a:r>
          </a:p>
          <a:p>
            <a:r>
              <a:t>RMS Error </a:t>
            </a:r>
          </a:p>
          <a:p>
            <a:pPr lvl="1"/>
            <a:r>
              <a:t>0.0476442</a:t>
            </a:r>
          </a:p>
          <a:p>
            <a:r>
              <a:t>Max Error </a:t>
            </a:r>
          </a:p>
          <a:p>
            <a:pPr lvl="1"/>
            <a:r>
              <a:t>0.132832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16.000000 dBm Output Power 1.90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0.378</a:t>
            </a:r>
          </a:p>
          <a:p>
            <a:pPr lvl="1"/>
            <a:r>
              <a:t>Sampler 2: 0.248</a:t>
            </a:r>
          </a:p>
          <a:p>
            <a:r>
              <a:t>Kappa</a:t>
            </a:r>
          </a:p>
          <a:p>
            <a:pPr lvl="1"/>
            <a:r>
              <a:t>Sampler 1: 0.0209</a:t>
            </a:r>
          </a:p>
          <a:p>
            <a:pPr lvl="1"/>
            <a:r>
              <a:t>Sampler 2: 0.0222</a:t>
            </a:r>
          </a:p>
          <a:p>
            <a:r>
              <a:t>Goodness Of fit </a:t>
            </a:r>
          </a:p>
          <a:p>
            <a:pPr lvl="1"/>
            <a:r>
              <a:t>0.32709940428891043</a:t>
            </a:r>
          </a:p>
          <a:p>
            <a:r>
              <a:t>Range</a:t>
            </a:r>
          </a:p>
          <a:p>
            <a:pPr lvl="1"/>
            <a:r>
              <a:t>Sampler 1: 0.0265</a:t>
            </a:r>
          </a:p>
          <a:p>
            <a:pPr lvl="1"/>
            <a:r>
              <a:t>Sampler 2: 0.0184</a:t>
            </a:r>
          </a:p>
          <a:p>
            <a:r>
              <a:t>dBm Mean</a:t>
            </a:r>
          </a:p>
          <a:p>
            <a:pPr lvl="1"/>
            <a:r>
              <a:t>DUT output 15.6958</a:t>
            </a:r>
          </a:p>
          <a:p>
            <a:pPr lvl="1"/>
            <a:r>
              <a:t>DUT input 5.09729</a:t>
            </a:r>
          </a:p>
          <a:p>
            <a:r>
              <a:t>RMS Error </a:t>
            </a:r>
          </a:p>
          <a:p>
            <a:pPr lvl="1"/>
            <a:r>
              <a:t>0.0733747</a:t>
            </a:r>
          </a:p>
          <a:p>
            <a:r>
              <a:t>Max Error </a:t>
            </a:r>
          </a:p>
          <a:p>
            <a:pPr lvl="1"/>
            <a:r>
              <a:t>0.172963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18.000000 dBm Output Power 1.90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0.358</a:t>
            </a:r>
          </a:p>
          <a:p>
            <a:pPr lvl="1"/>
            <a:r>
              <a:t>Sampler 2: 0.237</a:t>
            </a:r>
          </a:p>
          <a:p>
            <a:r>
              <a:t>Kappa</a:t>
            </a:r>
          </a:p>
          <a:p>
            <a:pPr lvl="1"/>
            <a:r>
              <a:t>Sampler 1: 0.0207</a:t>
            </a:r>
          </a:p>
          <a:p>
            <a:pPr lvl="1"/>
            <a:r>
              <a:t>Sampler 2: 0.0209</a:t>
            </a:r>
          </a:p>
          <a:p>
            <a:r>
              <a:t>Goodness Of fit </a:t>
            </a:r>
          </a:p>
          <a:p>
            <a:pPr lvl="1"/>
            <a:r>
              <a:t>0.27217757203108861</a:t>
            </a:r>
          </a:p>
          <a:p>
            <a:r>
              <a:t>Range</a:t>
            </a:r>
          </a:p>
          <a:p>
            <a:pPr lvl="1"/>
            <a:r>
              <a:t>Sampler 1: 0.0406</a:t>
            </a:r>
          </a:p>
          <a:p>
            <a:pPr lvl="1"/>
            <a:r>
              <a:t>Sampler 2: 0.0283</a:t>
            </a:r>
          </a:p>
          <a:p>
            <a:r>
              <a:t>dBm Mean</a:t>
            </a:r>
          </a:p>
          <a:p>
            <a:pPr lvl="1"/>
            <a:r>
              <a:t>DUT output 17.7751</a:t>
            </a:r>
          </a:p>
          <a:p>
            <a:pPr lvl="1"/>
            <a:r>
              <a:t>DUT input 7.41609</a:t>
            </a:r>
          </a:p>
          <a:p>
            <a:r>
              <a:t>RMS Error </a:t>
            </a:r>
          </a:p>
          <a:p>
            <a:pPr lvl="1"/>
            <a:r>
              <a:t>0.0651304</a:t>
            </a:r>
          </a:p>
          <a:p>
            <a:r>
              <a:t>Max Error </a:t>
            </a:r>
          </a:p>
          <a:p>
            <a:pPr lvl="1"/>
            <a:r>
              <a:t>0.157413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GHz, 18.000000 dBm Output Power 1.90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0.43</a:t>
            </a:r>
          </a:p>
          <a:p>
            <a:pPr lvl="1"/>
            <a:r>
              <a:t>Sampler 2: 0.238</a:t>
            </a:r>
          </a:p>
          <a:p>
            <a:r>
              <a:t>Kappa</a:t>
            </a:r>
          </a:p>
          <a:p>
            <a:pPr lvl="1"/>
            <a:r>
              <a:t>Sampler 1: 0.0187</a:t>
            </a:r>
          </a:p>
          <a:p>
            <a:pPr lvl="1"/>
            <a:r>
              <a:t>Sampler 2: 0.0184</a:t>
            </a:r>
          </a:p>
          <a:p>
            <a:r>
              <a:t>Goodness Of fit </a:t>
            </a:r>
          </a:p>
          <a:p>
            <a:pPr lvl="1"/>
            <a:r>
              <a:t>0.64484695899373978</a:t>
            </a:r>
          </a:p>
          <a:p>
            <a:r>
              <a:t>Range</a:t>
            </a:r>
          </a:p>
          <a:p>
            <a:pPr lvl="1"/>
            <a:r>
              <a:t>Sampler 1: 0.0444</a:t>
            </a:r>
          </a:p>
          <a:p>
            <a:pPr lvl="1"/>
            <a:r>
              <a:t>Sampler 2: 0.0277</a:t>
            </a:r>
          </a:p>
          <a:p>
            <a:r>
              <a:t>dBm Mean</a:t>
            </a:r>
          </a:p>
          <a:p>
            <a:pPr lvl="1"/>
            <a:r>
              <a:t>DUT output 17.8158</a:t>
            </a:r>
          </a:p>
          <a:p>
            <a:pPr lvl="1"/>
            <a:r>
              <a:t>DUT input 8.05543</a:t>
            </a:r>
          </a:p>
          <a:p>
            <a:r>
              <a:t>RMS Error </a:t>
            </a:r>
          </a:p>
          <a:p>
            <a:pPr lvl="1"/>
            <a:r>
              <a:t>0.0955017</a:t>
            </a:r>
          </a:p>
          <a:p>
            <a:r>
              <a:t>Max Error </a:t>
            </a:r>
          </a:p>
          <a:p>
            <a:pPr lvl="1"/>
            <a:r>
              <a:t>0.197867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GHz, 22.000000 dBm Output Power 1.90 V mean sampler bias</a:t>
            </a:r>
          </a:p>
        </p:txBody>
      </p:sp>
      <p:pic>
        <p:nvPicPr>
          <p:cNvPr id="3" name="Left Content"/>
          <p:cNvPicPr>
            <a:picLocks noChangeAspect="1" noGrp="1"/>
          </p:cNvPicPr>
          <p:nvPr>
            <p:ph idx="1" sz="half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/>
        </p:spPr>
      </p:pic>
      <p:sp>
        <p:nvSpPr>
          <p:cNvPr id="4" name="Right Content"/>
          <p:cNvSpPr>
            <a:spLocks noGrp="1"/>
          </p:cNvSpPr>
          <p:nvPr>
            <p:ph idx="2" sz="half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t>Sampler Av </a:t>
            </a:r>
          </a:p>
          <a:p>
            <a:pPr lvl="1"/>
            <a:r>
              <a:t>Sampler 1: 0.3</a:t>
            </a:r>
          </a:p>
          <a:p>
            <a:pPr lvl="1"/>
            <a:r>
              <a:t>Sampler 2: 0.199</a:t>
            </a:r>
          </a:p>
          <a:p>
            <a:r>
              <a:t>Kappa</a:t>
            </a:r>
          </a:p>
          <a:p>
            <a:pPr lvl="1"/>
            <a:r>
              <a:t>Sampler 1: 0.0236</a:t>
            </a:r>
          </a:p>
          <a:p>
            <a:pPr lvl="1"/>
            <a:r>
              <a:t>Sampler 2: 0.0204</a:t>
            </a:r>
          </a:p>
          <a:p>
            <a:r>
              <a:t>Goodness Of fit </a:t>
            </a:r>
          </a:p>
          <a:p>
            <a:pPr lvl="1"/>
            <a:r>
              <a:t>0.40898924511228008</a:t>
            </a:r>
          </a:p>
          <a:p>
            <a:r>
              <a:t>Range</a:t>
            </a:r>
          </a:p>
          <a:p>
            <a:pPr lvl="1"/>
            <a:r>
              <a:t>Sampler 1: 0.0842</a:t>
            </a:r>
          </a:p>
          <a:p>
            <a:pPr lvl="1"/>
            <a:r>
              <a:t>Sampler 2: 0.0594</a:t>
            </a:r>
          </a:p>
          <a:p>
            <a:r>
              <a:t>dBm Mean</a:t>
            </a:r>
          </a:p>
          <a:p>
            <a:pPr lvl="1"/>
            <a:r>
              <a:t>DUT output 21.7949</a:t>
            </a:r>
          </a:p>
          <a:p>
            <a:pPr lvl="1"/>
            <a:r>
              <a:t>DUT input 11.8315</a:t>
            </a:r>
          </a:p>
          <a:p>
            <a:r>
              <a:t>RMS Error </a:t>
            </a:r>
          </a:p>
          <a:p>
            <a:pPr lvl="1"/>
            <a:r>
              <a:t>0.0787896</a:t>
            </a:r>
          </a:p>
          <a:p>
            <a:r>
              <a:t>Max Error </a:t>
            </a:r>
          </a:p>
          <a:p>
            <a:pPr lvl="1"/>
            <a:r>
              <a:t>0.174256</a:t>
            </a:r>
          </a:p>
        </p:txBody>
      </p:sp>
      <p:sp>
        <p:nvSpPr>
          <p:cNvPr id="5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