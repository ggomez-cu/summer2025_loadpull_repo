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773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Left Content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Left Text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eft Content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ight Text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ight Content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05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841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033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44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69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028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45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able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13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75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07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/>
          <a:p>
            <a:r>
              <a:t>Coupledline Compiled Data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endParaRPr/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9.90 GHz, 14.000000 dBm Output Power 1.72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30.142</a:t>
            </a:r>
          </a:p>
          <a:p>
            <a:pPr lvl="1"/>
            <a:r>
              <a:t>Sampler 2: 30.142</a:t>
            </a:r>
          </a:p>
          <a:p>
            <a:r>
              <a:t>Sampler Offset (rather than -1)</a:t>
            </a:r>
          </a:p>
          <a:p>
            <a:pPr lvl="1"/>
            <a:r>
              <a:t>-2.3554870652309474</a:t>
            </a:r>
          </a:p>
          <a:p>
            <a:r>
              <a:t>Goodness Of fit </a:t>
            </a:r>
          </a:p>
          <a:p>
            <a:pPr lvl="1"/>
            <a:r>
              <a:t>1.306237090561102</a:t>
            </a:r>
          </a:p>
          <a:p>
            <a:r>
              <a:t>Sampler 1 Range</a:t>
            </a:r>
          </a:p>
          <a:p>
            <a:pPr lvl="1"/>
            <a:r>
              <a:t>0.018960098099999999</a:t>
            </a:r>
          </a:p>
          <a:p>
            <a:r>
              <a:t>Sampler 2 Range</a:t>
            </a:r>
          </a:p>
          <a:p>
            <a:pPr lvl="1"/>
            <a:r>
              <a:t>0.013776120999999999</a:t>
            </a:r>
          </a:p>
          <a:p>
            <a:r>
              <a:t>DUT output dBm Mean</a:t>
            </a:r>
          </a:p>
          <a:p>
            <a:pPr lvl="1"/>
            <a:r>
              <a:t>13.963742945104398</a:t>
            </a:r>
          </a:p>
          <a:p>
            <a:r>
              <a:t>DUT input dBm Mean</a:t>
            </a:r>
          </a:p>
          <a:p>
            <a:pPr lvl="1"/>
            <a:r>
              <a:t>1.7042938988845782</a:t>
            </a:r>
          </a:p>
          <a:p>
            <a:r>
              <a:t>RMS Error </a:t>
            </a:r>
          </a:p>
          <a:p>
            <a:pPr lvl="1"/>
            <a:r>
              <a:t>0.094397936559230428</a:t>
            </a:r>
          </a:p>
          <a:p>
            <a:r>
              <a:t>Max Error </a:t>
            </a:r>
          </a:p>
          <a:p>
            <a:pPr lvl="1"/>
            <a:r>
              <a:t>0.19753163216981412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GHz, 14.000000 dBm Output Power 1.72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46.569</a:t>
            </a:r>
          </a:p>
          <a:p>
            <a:pPr lvl="1"/>
            <a:r>
              <a:t>Sampler 2: 46.569</a:t>
            </a:r>
          </a:p>
          <a:p>
            <a:r>
              <a:t>Sampler Offset (rather than -1)</a:t>
            </a:r>
          </a:p>
          <a:p>
            <a:pPr lvl="1"/>
            <a:r>
              <a:t>-3.4800570308273007</a:t>
            </a:r>
          </a:p>
          <a:p>
            <a:r>
              <a:t>Goodness Of fit </a:t>
            </a:r>
          </a:p>
          <a:p>
            <a:pPr lvl="1"/>
            <a:r>
              <a:t>0.19942792437769691</a:t>
            </a:r>
          </a:p>
          <a:p>
            <a:r>
              <a:t>Sampler 1 Range</a:t>
            </a:r>
          </a:p>
          <a:p>
            <a:pPr lvl="1"/>
            <a:r>
              <a:t>0.019837153999999999</a:t>
            </a:r>
          </a:p>
          <a:p>
            <a:r>
              <a:t>Sampler 2 Range</a:t>
            </a:r>
          </a:p>
          <a:p>
            <a:pPr lvl="1"/>
            <a:r>
              <a:t>0.015636025899999999</a:t>
            </a:r>
          </a:p>
          <a:p>
            <a:r>
              <a:t>DUT output dBm Mean</a:t>
            </a:r>
          </a:p>
          <a:p>
            <a:pPr lvl="1"/>
            <a:r>
              <a:t>14.511226590934211</a:t>
            </a:r>
          </a:p>
          <a:p>
            <a:r>
              <a:t>DUT input dBm Mean</a:t>
            </a:r>
          </a:p>
          <a:p>
            <a:pPr lvl="1"/>
            <a:r>
              <a:t>2.7569573440391424</a:t>
            </a:r>
          </a:p>
          <a:p>
            <a:r>
              <a:t>RMS Error </a:t>
            </a:r>
          </a:p>
          <a:p>
            <a:pPr lvl="1"/>
            <a:r>
              <a:t>0.046110381787679774</a:t>
            </a:r>
          </a:p>
          <a:p>
            <a:r>
              <a:t>Max Error </a:t>
            </a:r>
          </a:p>
          <a:p>
            <a:pPr lvl="1"/>
            <a:r>
              <a:t>0.20978220503614367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GHz, 16.000000 dBm Output Power 1.72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35.153</a:t>
            </a:r>
          </a:p>
          <a:p>
            <a:pPr lvl="1"/>
            <a:r>
              <a:t>Sampler 2: 35.153</a:t>
            </a:r>
          </a:p>
          <a:p>
            <a:r>
              <a:t>Sampler Offset (rather than -1)</a:t>
            </a:r>
          </a:p>
          <a:p>
            <a:pPr lvl="1"/>
            <a:r>
              <a:t>-2.9771112026921216</a:t>
            </a:r>
          </a:p>
          <a:p>
            <a:r>
              <a:t>Goodness Of fit </a:t>
            </a:r>
          </a:p>
          <a:p>
            <a:pPr lvl="1"/>
            <a:r>
              <a:t>0.30560928325761411</a:t>
            </a:r>
          </a:p>
          <a:p>
            <a:r>
              <a:t>Sampler 1 Range</a:t>
            </a:r>
          </a:p>
          <a:p>
            <a:pPr lvl="1"/>
            <a:r>
              <a:t>0.027417510100000004</a:t>
            </a:r>
          </a:p>
          <a:p>
            <a:r>
              <a:t>Sampler 2 Range</a:t>
            </a:r>
          </a:p>
          <a:p>
            <a:pPr lvl="1"/>
            <a:r>
              <a:t>0.021996765299999999</a:t>
            </a:r>
          </a:p>
          <a:p>
            <a:r>
              <a:t>DUT output dBm Mean</a:t>
            </a:r>
          </a:p>
          <a:p>
            <a:pPr lvl="1"/>
            <a:r>
              <a:t>16.074192632600877</a:t>
            </a:r>
          </a:p>
          <a:p>
            <a:r>
              <a:t>DUT input dBm Mean</a:t>
            </a:r>
          </a:p>
          <a:p>
            <a:pPr lvl="1"/>
            <a:r>
              <a:t>4.3466717329280309</a:t>
            </a:r>
          </a:p>
          <a:p>
            <a:r>
              <a:t>RMS Error </a:t>
            </a:r>
          </a:p>
          <a:p>
            <a:pPr lvl="1"/>
            <a:r>
              <a:t>0.050482091818752191</a:t>
            </a:r>
          </a:p>
          <a:p>
            <a:r>
              <a:t>Max Error </a:t>
            </a:r>
          </a:p>
          <a:p>
            <a:pPr lvl="1"/>
            <a:r>
              <a:t>0.11006357247718962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GHz, 18.000000 dBm Output Power 1.72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21.474</a:t>
            </a:r>
          </a:p>
          <a:p>
            <a:pPr lvl="1"/>
            <a:r>
              <a:t>Sampler 2: 21.474</a:t>
            </a:r>
          </a:p>
          <a:p>
            <a:r>
              <a:t>Sampler Offset (rather than -1)</a:t>
            </a:r>
          </a:p>
          <a:p>
            <a:pPr lvl="1"/>
            <a:r>
              <a:t>-2.1435848528580164</a:t>
            </a:r>
          </a:p>
          <a:p>
            <a:r>
              <a:t>Goodness Of fit </a:t>
            </a:r>
          </a:p>
          <a:p>
            <a:pPr lvl="1"/>
            <a:r>
              <a:t>0.59589393349158248</a:t>
            </a:r>
          </a:p>
          <a:p>
            <a:r>
              <a:t>Sampler 1 Range</a:t>
            </a:r>
          </a:p>
          <a:p>
            <a:pPr lvl="1"/>
            <a:r>
              <a:t>0.040203979299999998</a:t>
            </a:r>
          </a:p>
          <a:p>
            <a:r>
              <a:t>Sampler 2 Range</a:t>
            </a:r>
          </a:p>
          <a:p>
            <a:pPr lvl="1"/>
            <a:r>
              <a:t>0.031701477199999994</a:t>
            </a:r>
          </a:p>
          <a:p>
            <a:r>
              <a:t>DUT output dBm Mean</a:t>
            </a:r>
          </a:p>
          <a:p>
            <a:pPr lvl="1"/>
            <a:r>
              <a:t>17.95257508815644</a:t>
            </a:r>
          </a:p>
          <a:p>
            <a:r>
              <a:t>DUT input dBm Mean</a:t>
            </a:r>
          </a:p>
          <a:p>
            <a:pPr lvl="1"/>
            <a:r>
              <a:t>6.2923692607058079</a:t>
            </a:r>
          </a:p>
          <a:p>
            <a:r>
              <a:t>RMS Error </a:t>
            </a:r>
          </a:p>
          <a:p>
            <a:pPr lvl="1"/>
            <a:r>
              <a:t>0.067872605425842669</a:t>
            </a:r>
          </a:p>
          <a:p>
            <a:r>
              <a:t>Max Error </a:t>
            </a:r>
          </a:p>
          <a:p>
            <a:pPr lvl="1"/>
            <a:r>
              <a:t>0.15302234132170761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10.90 GHz, 18.000000 dBm Output Power 1.72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17.641</a:t>
            </a:r>
          </a:p>
          <a:p>
            <a:pPr lvl="1"/>
            <a:r>
              <a:t>Sampler 2: 17.641</a:t>
            </a:r>
          </a:p>
          <a:p>
            <a:r>
              <a:t>Sampler Offset (rather than -1)</a:t>
            </a:r>
          </a:p>
          <a:p>
            <a:pPr lvl="1"/>
            <a:r>
              <a:t>-1.9595600396848047</a:t>
            </a:r>
          </a:p>
          <a:p>
            <a:r>
              <a:t>Goodness Of fit </a:t>
            </a:r>
          </a:p>
          <a:p>
            <a:pPr lvl="1"/>
            <a:r>
              <a:t>1.1663671702339498</a:t>
            </a:r>
          </a:p>
          <a:p>
            <a:r>
              <a:t>Sampler 1 Range</a:t>
            </a:r>
          </a:p>
          <a:p>
            <a:pPr lvl="1"/>
            <a:r>
              <a:t>0.0429071512</a:t>
            </a:r>
          </a:p>
          <a:p>
            <a:r>
              <a:t>Sampler 2 Range</a:t>
            </a:r>
          </a:p>
          <a:p>
            <a:pPr lvl="1"/>
            <a:r>
              <a:t>0.029136850300000003</a:t>
            </a:r>
          </a:p>
          <a:p>
            <a:r>
              <a:t>DUT output dBm Mean</a:t>
            </a:r>
          </a:p>
          <a:p>
            <a:pPr lvl="1"/>
            <a:r>
              <a:t>17.868892069180291</a:t>
            </a:r>
          </a:p>
          <a:p>
            <a:r>
              <a:t>DUT input dBm Mean</a:t>
            </a:r>
          </a:p>
          <a:p>
            <a:pPr lvl="1"/>
            <a:r>
              <a:t>6.7491053269790982</a:t>
            </a:r>
          </a:p>
          <a:p>
            <a:r>
              <a:t>RMS Error </a:t>
            </a:r>
          </a:p>
          <a:p>
            <a:pPr lvl="1"/>
            <a:r>
              <a:t>0.089292500358078078</a:t>
            </a:r>
          </a:p>
          <a:p>
            <a:r>
              <a:t>Max Error </a:t>
            </a:r>
          </a:p>
          <a:p>
            <a:pPr lvl="1"/>
            <a:r>
              <a:t>0.15106906297861433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GHz, 22.000000 dBm Output Power 1.72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8.305</a:t>
            </a:r>
          </a:p>
          <a:p>
            <a:pPr lvl="1"/>
            <a:r>
              <a:t>Sampler 2: 8.305</a:t>
            </a:r>
          </a:p>
          <a:p>
            <a:r>
              <a:t>Sampler Offset (rather than -1)</a:t>
            </a:r>
          </a:p>
          <a:p>
            <a:pPr lvl="1"/>
            <a:r>
              <a:t>-1.2545063353494001</a:t>
            </a:r>
          </a:p>
          <a:p>
            <a:r>
              <a:t>Goodness Of fit </a:t>
            </a:r>
          </a:p>
          <a:p>
            <a:pPr lvl="1"/>
            <a:r>
              <a:t>0.98613298239701819</a:t>
            </a:r>
          </a:p>
          <a:p>
            <a:r>
              <a:t>Sampler 1 Range</a:t>
            </a:r>
          </a:p>
          <a:p>
            <a:pPr lvl="1"/>
            <a:r>
              <a:t>0.081079455599999989</a:t>
            </a:r>
          </a:p>
          <a:p>
            <a:r>
              <a:t>Sampler 2 Range</a:t>
            </a:r>
          </a:p>
          <a:p>
            <a:pPr lvl="1"/>
            <a:r>
              <a:t>0.0619753392</a:t>
            </a:r>
          </a:p>
          <a:p>
            <a:r>
              <a:t>DUT output dBm Mean</a:t>
            </a:r>
          </a:p>
          <a:p>
            <a:pPr lvl="1"/>
            <a:r>
              <a:t>21.679596898173106</a:t>
            </a:r>
          </a:p>
          <a:p>
            <a:r>
              <a:t>DUT input dBm Mean</a:t>
            </a:r>
          </a:p>
          <a:p>
            <a:pPr lvl="1"/>
            <a:r>
              <a:t>10.580755566261367</a:t>
            </a:r>
          </a:p>
          <a:p>
            <a:r>
              <a:t>RMS Error </a:t>
            </a:r>
          </a:p>
          <a:p>
            <a:pPr lvl="1"/>
            <a:r>
              <a:t>0.085645909157735414</a:t>
            </a:r>
          </a:p>
          <a:p>
            <a:r>
              <a:t>Max Error </a:t>
            </a:r>
          </a:p>
          <a:p>
            <a:pPr lvl="1"/>
            <a:r>
              <a:t>0.16941843539644247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10.90 GHz, 22.000000 dBm Output Power 1.72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9.827</a:t>
            </a:r>
          </a:p>
          <a:p>
            <a:pPr lvl="1"/>
            <a:r>
              <a:t>Sampler 2: 9.827</a:t>
            </a:r>
          </a:p>
          <a:p>
            <a:r>
              <a:t>Sampler Offset (rather than -1)</a:t>
            </a:r>
          </a:p>
          <a:p>
            <a:pPr lvl="1"/>
            <a:r>
              <a:t>-1.7524504813945341</a:t>
            </a:r>
          </a:p>
          <a:p>
            <a:r>
              <a:t>Goodness Of fit </a:t>
            </a:r>
          </a:p>
          <a:p>
            <a:pPr lvl="1"/>
            <a:r>
              <a:t>0.92581325642681156</a:t>
            </a:r>
          </a:p>
          <a:p>
            <a:r>
              <a:t>Sampler 1 Range</a:t>
            </a:r>
          </a:p>
          <a:p>
            <a:pPr lvl="1"/>
            <a:r>
              <a:t>0.088756677000000006</a:t>
            </a:r>
          </a:p>
          <a:p>
            <a:r>
              <a:t>Sampler 2 Range</a:t>
            </a:r>
          </a:p>
          <a:p>
            <a:pPr lvl="1"/>
            <a:r>
              <a:t>0.056674633900000007</a:t>
            </a:r>
          </a:p>
          <a:p>
            <a:r>
              <a:t>DUT output dBm Mean</a:t>
            </a:r>
          </a:p>
          <a:p>
            <a:pPr lvl="1"/>
            <a:r>
              <a:t>21.643125709735848</a:t>
            </a:r>
          </a:p>
          <a:p>
            <a:r>
              <a:t>DUT input dBm Mean</a:t>
            </a:r>
          </a:p>
          <a:p>
            <a:pPr lvl="1"/>
            <a:r>
              <a:t>11.1421265769791</a:t>
            </a:r>
          </a:p>
          <a:p>
            <a:r>
              <a:t>RMS Error </a:t>
            </a:r>
          </a:p>
          <a:p>
            <a:pPr lvl="1"/>
            <a:r>
              <a:t>0.078922730729175009</a:t>
            </a:r>
          </a:p>
          <a:p>
            <a:r>
              <a:t>Max Error </a:t>
            </a:r>
          </a:p>
          <a:p>
            <a:pPr lvl="1"/>
            <a:r>
              <a:t>0.16290982190752851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GHz, 14.000000 dBm Output Power 1.82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42.658</a:t>
            </a:r>
          </a:p>
          <a:p>
            <a:pPr lvl="1"/>
            <a:r>
              <a:t>Sampler 2: 42.658</a:t>
            </a:r>
          </a:p>
          <a:p>
            <a:r>
              <a:t>Sampler Offset (rather than -1)</a:t>
            </a:r>
          </a:p>
          <a:p>
            <a:pPr lvl="1"/>
            <a:r>
              <a:t>-3.2546022197081745</a:t>
            </a:r>
          </a:p>
          <a:p>
            <a:r>
              <a:t>Goodness Of fit </a:t>
            </a:r>
          </a:p>
          <a:p>
            <a:pPr lvl="1"/>
            <a:r>
              <a:t>0.28714784957983069</a:t>
            </a:r>
          </a:p>
          <a:p>
            <a:r>
              <a:t>Sampler 1 Range</a:t>
            </a:r>
          </a:p>
          <a:p>
            <a:pPr lvl="1"/>
            <a:r>
              <a:t>0.020744503600000002</a:t>
            </a:r>
          </a:p>
          <a:p>
            <a:r>
              <a:t>Sampler 2 Range</a:t>
            </a:r>
          </a:p>
          <a:p>
            <a:pPr lvl="1"/>
            <a:r>
              <a:t>0.015751050599999997</a:t>
            </a:r>
          </a:p>
          <a:p>
            <a:r>
              <a:t>DUT output dBm Mean</a:t>
            </a:r>
          </a:p>
          <a:p>
            <a:pPr lvl="1"/>
            <a:r>
              <a:t>14.608196940934212</a:t>
            </a:r>
          </a:p>
          <a:p>
            <a:r>
              <a:t>DUT input dBm Mean</a:t>
            </a:r>
          </a:p>
          <a:p>
            <a:pPr lvl="1"/>
            <a:r>
              <a:t>3.2232213162613652</a:t>
            </a:r>
          </a:p>
          <a:p>
            <a:r>
              <a:t>RMS Error </a:t>
            </a:r>
          </a:p>
          <a:p>
            <a:pPr lvl="1"/>
            <a:r>
              <a:t>0.047198114605617396</a:t>
            </a:r>
          </a:p>
          <a:p>
            <a:r>
              <a:t>Max Error </a:t>
            </a:r>
          </a:p>
          <a:p>
            <a:pPr lvl="1"/>
            <a:r>
              <a:t>0.1105052998758268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GHz, 16.000000 dBm Output Power 1.82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28.944</a:t>
            </a:r>
          </a:p>
          <a:p>
            <a:pPr lvl="1"/>
            <a:r>
              <a:t>Sampler 2: 28.944</a:t>
            </a:r>
          </a:p>
          <a:p>
            <a:r>
              <a:t>Sampler Offset (rather than -1)</a:t>
            </a:r>
          </a:p>
          <a:p>
            <a:pPr lvl="1"/>
            <a:r>
              <a:t>-2.4192784562022167</a:t>
            </a:r>
          </a:p>
          <a:p>
            <a:r>
              <a:t>Goodness Of fit </a:t>
            </a:r>
          </a:p>
          <a:p>
            <a:pPr lvl="1"/>
            <a:r>
              <a:t>0.59937199172377276</a:t>
            </a:r>
          </a:p>
          <a:p>
            <a:r>
              <a:t>Sampler 1 Range</a:t>
            </a:r>
          </a:p>
          <a:p>
            <a:pPr lvl="1"/>
            <a:r>
              <a:t>0.0271287653</a:t>
            </a:r>
          </a:p>
          <a:p>
            <a:r>
              <a:t>Sampler 2 Range</a:t>
            </a:r>
          </a:p>
          <a:p>
            <a:pPr lvl="1"/>
            <a:r>
              <a:t>0.020893235699999999</a:t>
            </a:r>
          </a:p>
          <a:p>
            <a:r>
              <a:t>DUT output dBm Mean</a:t>
            </a:r>
          </a:p>
          <a:p>
            <a:pPr lvl="1"/>
            <a:r>
              <a:t>15.858770238156437</a:t>
            </a:r>
          </a:p>
          <a:p>
            <a:r>
              <a:t>DUT input dBm Mean</a:t>
            </a:r>
          </a:p>
          <a:p>
            <a:pPr lvl="1"/>
            <a:r>
              <a:t>4.5720474273724765</a:t>
            </a:r>
          </a:p>
          <a:p>
            <a:r>
              <a:t>RMS Error </a:t>
            </a:r>
          </a:p>
          <a:p>
            <a:pPr lvl="1"/>
            <a:r>
              <a:t>0.069638475277197034</a:t>
            </a:r>
          </a:p>
          <a:p>
            <a:r>
              <a:t>Max Error </a:t>
            </a:r>
          </a:p>
          <a:p>
            <a:pPr lvl="1"/>
            <a:r>
              <a:t>0.15798282296115973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GHz, 18.000000 dBm Output Power 1.82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20.797</a:t>
            </a:r>
          </a:p>
          <a:p>
            <a:pPr lvl="1"/>
            <a:r>
              <a:t>Sampler 2: 20.797</a:t>
            </a:r>
          </a:p>
          <a:p>
            <a:r>
              <a:t>Sampler Offset (rather than -1)</a:t>
            </a:r>
          </a:p>
          <a:p>
            <a:pPr lvl="1"/>
            <a:r>
              <a:t>-2.0724712982960947</a:t>
            </a:r>
          </a:p>
          <a:p>
            <a:r>
              <a:t>Goodness Of fit </a:t>
            </a:r>
          </a:p>
          <a:p>
            <a:pPr lvl="1"/>
            <a:r>
              <a:t>0.63415120496592681</a:t>
            </a:r>
          </a:p>
          <a:p>
            <a:r>
              <a:t>Sampler 1 Range</a:t>
            </a:r>
          </a:p>
          <a:p>
            <a:pPr lvl="1"/>
            <a:r>
              <a:t>0.039000323800000007</a:t>
            </a:r>
          </a:p>
          <a:p>
            <a:r>
              <a:t>Sampler 2 Range</a:t>
            </a:r>
          </a:p>
          <a:p>
            <a:pPr lvl="1"/>
            <a:r>
              <a:t>0.028895365500000002</a:t>
            </a:r>
          </a:p>
          <a:p>
            <a:r>
              <a:t>DUT output dBm Mean</a:t>
            </a:r>
          </a:p>
          <a:p>
            <a:pPr lvl="1"/>
            <a:r>
              <a:t>17.707395418711986</a:t>
            </a:r>
          </a:p>
          <a:p>
            <a:r>
              <a:t>DUT input dBm Mean</a:t>
            </a:r>
          </a:p>
          <a:p>
            <a:pPr lvl="1"/>
            <a:r>
              <a:t>6.649506982928032</a:t>
            </a:r>
          </a:p>
          <a:p>
            <a:r>
              <a:t>RMS Error </a:t>
            </a:r>
          </a:p>
          <a:p>
            <a:pPr lvl="1"/>
            <a:r>
              <a:t>0.069164464607600951</a:t>
            </a:r>
          </a:p>
          <a:p>
            <a:r>
              <a:t>Max Error </a:t>
            </a:r>
          </a:p>
          <a:p>
            <a:pPr lvl="1"/>
            <a:r>
              <a:t>0.14774468507062494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10.90 GHz, 18.000000 dBm Output Power 1.82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17.181</a:t>
            </a:r>
          </a:p>
          <a:p>
            <a:pPr lvl="1"/>
            <a:r>
              <a:t>Sampler 2: 17.181</a:t>
            </a:r>
          </a:p>
          <a:p>
            <a:r>
              <a:t>Sampler Offset (rather than -1)</a:t>
            </a:r>
          </a:p>
          <a:p>
            <a:pPr lvl="1"/>
            <a:r>
              <a:t>-1.962460578418455</a:t>
            </a:r>
          </a:p>
          <a:p>
            <a:r>
              <a:t>Goodness Of fit </a:t>
            </a:r>
          </a:p>
          <a:p>
            <a:pPr lvl="1"/>
            <a:r>
              <a:t>1.1165492697406034</a:t>
            </a:r>
          </a:p>
          <a:p>
            <a:r>
              <a:t>Sampler 1 Range</a:t>
            </a:r>
          </a:p>
          <a:p>
            <a:pPr lvl="1"/>
            <a:r>
              <a:t>0.044137576999999997</a:t>
            </a:r>
          </a:p>
          <a:p>
            <a:r>
              <a:t>Sampler 2 Range</a:t>
            </a:r>
          </a:p>
          <a:p>
            <a:pPr lvl="1"/>
            <a:r>
              <a:t>0.02794468</a:t>
            </a:r>
          </a:p>
          <a:p>
            <a:r>
              <a:t>DUT output dBm Mean</a:t>
            </a:r>
          </a:p>
          <a:p>
            <a:pPr lvl="1"/>
            <a:r>
              <a:t>17.817483099735849</a:t>
            </a:r>
          </a:p>
          <a:p>
            <a:r>
              <a:t>DUT input dBm Mean</a:t>
            </a:r>
          </a:p>
          <a:p>
            <a:pPr lvl="1"/>
            <a:r>
              <a:t>7.359884688090208</a:t>
            </a:r>
          </a:p>
          <a:p>
            <a:r>
              <a:t>RMS Error </a:t>
            </a:r>
          </a:p>
          <a:p>
            <a:pPr lvl="1"/>
            <a:r>
              <a:t>0.085994581789050062</a:t>
            </a:r>
          </a:p>
          <a:p>
            <a:r>
              <a:t>Max Error </a:t>
            </a:r>
          </a:p>
          <a:p>
            <a:pPr lvl="1"/>
            <a:r>
              <a:t>0.14781606093720856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GHz, 22.000000 dBm Output Power 1.82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8.785</a:t>
            </a:r>
          </a:p>
          <a:p>
            <a:pPr lvl="1"/>
            <a:r>
              <a:t>Sampler 2: 8.785</a:t>
            </a:r>
          </a:p>
          <a:p>
            <a:r>
              <a:t>Sampler Offset (rather than -1)</a:t>
            </a:r>
          </a:p>
          <a:p>
            <a:pPr lvl="1"/>
            <a:r>
              <a:t>-1.3840691675344112</a:t>
            </a:r>
          </a:p>
          <a:p>
            <a:r>
              <a:t>Goodness Of fit </a:t>
            </a:r>
          </a:p>
          <a:p>
            <a:pPr lvl="1"/>
            <a:r>
              <a:t>0.82502050373877189</a:t>
            </a:r>
          </a:p>
          <a:p>
            <a:r>
              <a:t>Sampler 1 Range</a:t>
            </a:r>
          </a:p>
          <a:p>
            <a:pPr lvl="1"/>
            <a:r>
              <a:t>0.08381598609999999</a:t>
            </a:r>
          </a:p>
          <a:p>
            <a:r>
              <a:t>Sampler 2 Range</a:t>
            </a:r>
          </a:p>
          <a:p>
            <a:pPr lvl="1"/>
            <a:r>
              <a:t>0.060503171899999993</a:t>
            </a:r>
          </a:p>
          <a:p>
            <a:r>
              <a:t>DUT output dBm Mean</a:t>
            </a:r>
          </a:p>
          <a:p>
            <a:pPr lvl="1"/>
            <a:r>
              <a:t>21.759147260426154</a:t>
            </a:r>
          </a:p>
          <a:p>
            <a:r>
              <a:t>DUT input dBm Mean</a:t>
            </a:r>
          </a:p>
          <a:p>
            <a:pPr lvl="1"/>
            <a:r>
              <a:t>11.319797732928029</a:t>
            </a:r>
          </a:p>
          <a:p>
            <a:r>
              <a:t>RMS Error </a:t>
            </a:r>
          </a:p>
          <a:p>
            <a:pPr lvl="1"/>
            <a:r>
              <a:t>0.078114427629374247</a:t>
            </a:r>
          </a:p>
          <a:p>
            <a:r>
              <a:t>Max Error </a:t>
            </a:r>
          </a:p>
          <a:p>
            <a:pPr lvl="1"/>
            <a:r>
              <a:t>0.16152297831595219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10.90 GHz, 22.000000 dBm Output Power 1.82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8.424</a:t>
            </a:r>
          </a:p>
          <a:p>
            <a:pPr lvl="1"/>
            <a:r>
              <a:t>Sampler 2: 8.424</a:t>
            </a:r>
          </a:p>
          <a:p>
            <a:r>
              <a:t>Sampler Offset (rather than -1)</a:t>
            </a:r>
          </a:p>
          <a:p>
            <a:pPr lvl="1"/>
            <a:r>
              <a:t>-1.512092881718156</a:t>
            </a:r>
          </a:p>
          <a:p>
            <a:r>
              <a:t>Goodness Of fit </a:t>
            </a:r>
          </a:p>
          <a:p>
            <a:pPr lvl="1"/>
            <a:r>
              <a:t>1.2164967782577985</a:t>
            </a:r>
          </a:p>
          <a:p>
            <a:r>
              <a:t>Sampler 1 Range</a:t>
            </a:r>
          </a:p>
          <a:p>
            <a:pPr lvl="1"/>
            <a:r>
              <a:t>0.090405730500000003</a:t>
            </a:r>
          </a:p>
          <a:p>
            <a:r>
              <a:t>Sampler 2 Range</a:t>
            </a:r>
          </a:p>
          <a:p>
            <a:pPr lvl="1"/>
            <a:r>
              <a:t>0.056585302999999997</a:t>
            </a:r>
          </a:p>
          <a:p>
            <a:r>
              <a:t>DUT output dBm Mean</a:t>
            </a:r>
          </a:p>
          <a:p>
            <a:pPr lvl="1"/>
            <a:r>
              <a:t>21.687895033504738</a:t>
            </a:r>
          </a:p>
          <a:p>
            <a:r>
              <a:t>DUT input dBm Mean</a:t>
            </a:r>
          </a:p>
          <a:p>
            <a:pPr lvl="1"/>
            <a:r>
              <a:t>11.860611826979099</a:t>
            </a:r>
          </a:p>
          <a:p>
            <a:r>
              <a:t>RMS Error </a:t>
            </a:r>
          </a:p>
          <a:p>
            <a:pPr lvl="1"/>
            <a:r>
              <a:t>0.09268095290416356</a:t>
            </a:r>
          </a:p>
          <a:p>
            <a:r>
              <a:t>Max Error </a:t>
            </a:r>
          </a:p>
          <a:p>
            <a:pPr lvl="1"/>
            <a:r>
              <a:t>0.18356082071159474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GHz, 14.000000 dBm Output Power 1.90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35.020</a:t>
            </a:r>
          </a:p>
          <a:p>
            <a:pPr lvl="1"/>
            <a:r>
              <a:t>Sampler 2: 35.020</a:t>
            </a:r>
          </a:p>
          <a:p>
            <a:r>
              <a:t>Sampler Offset (rather than -1)</a:t>
            </a:r>
          </a:p>
          <a:p>
            <a:pPr lvl="1"/>
            <a:r>
              <a:t>-2.8088407254773595</a:t>
            </a:r>
          </a:p>
          <a:p>
            <a:r>
              <a:t>Goodness Of fit </a:t>
            </a:r>
          </a:p>
          <a:p>
            <a:pPr lvl="1"/>
            <a:r>
              <a:t>0.15258487600197293</a:t>
            </a:r>
          </a:p>
          <a:p>
            <a:r>
              <a:t>Sampler 1 Range</a:t>
            </a:r>
          </a:p>
          <a:p>
            <a:pPr lvl="1"/>
            <a:r>
              <a:t>0.021863913499999998</a:t>
            </a:r>
          </a:p>
          <a:p>
            <a:r>
              <a:t>Sampler 2 Range</a:t>
            </a:r>
          </a:p>
          <a:p>
            <a:pPr lvl="1"/>
            <a:r>
              <a:t>0.015776935499999999</a:t>
            </a:r>
          </a:p>
          <a:p>
            <a:r>
              <a:t>DUT output dBm Mean</a:t>
            </a:r>
          </a:p>
          <a:p>
            <a:pPr lvl="1"/>
            <a:r>
              <a:t>14.771196613156434</a:t>
            </a:r>
          </a:p>
          <a:p>
            <a:r>
              <a:t>DUT input dBm Mean</a:t>
            </a:r>
          </a:p>
          <a:p>
            <a:pPr lvl="1"/>
            <a:r>
              <a:t>4.1084757051502541</a:t>
            </a:r>
          </a:p>
          <a:p>
            <a:r>
              <a:t>RMS Error </a:t>
            </a:r>
          </a:p>
          <a:p>
            <a:pPr lvl="1"/>
            <a:r>
              <a:t>0.047644210105674344</a:t>
            </a:r>
          </a:p>
          <a:p>
            <a:r>
              <a:t>Max Error </a:t>
            </a:r>
          </a:p>
          <a:p>
            <a:pPr lvl="1"/>
            <a:r>
              <a:t>0.096051399479838706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GHz, 16.000000 dBm Output Power 1.90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30.317</a:t>
            </a:r>
          </a:p>
          <a:p>
            <a:pPr lvl="1"/>
            <a:r>
              <a:t>Sampler 2: 30.317</a:t>
            </a:r>
          </a:p>
          <a:p>
            <a:r>
              <a:t>Sampler Offset (rather than -1)</a:t>
            </a:r>
          </a:p>
          <a:p>
            <a:pPr lvl="1"/>
            <a:r>
              <a:t>-2.6567600644862854</a:t>
            </a:r>
          </a:p>
          <a:p>
            <a:r>
              <a:t>Goodness Of fit </a:t>
            </a:r>
          </a:p>
          <a:p>
            <a:pPr lvl="1"/>
            <a:r>
              <a:t>0.32709940428891016</a:t>
            </a:r>
          </a:p>
          <a:p>
            <a:r>
              <a:t>Sampler 1 Range</a:t>
            </a:r>
          </a:p>
          <a:p>
            <a:pPr lvl="1"/>
            <a:r>
              <a:t>0.026476227300000002</a:t>
            </a:r>
          </a:p>
          <a:p>
            <a:r>
              <a:t>Sampler 2 Range</a:t>
            </a:r>
          </a:p>
          <a:p>
            <a:pPr lvl="1"/>
            <a:r>
              <a:t>0.018385177500000002</a:t>
            </a:r>
          </a:p>
          <a:p>
            <a:r>
              <a:t>DUT output dBm Mean</a:t>
            </a:r>
          </a:p>
          <a:p>
            <a:pPr lvl="1"/>
            <a:r>
              <a:t>15.695813179823103</a:t>
            </a:r>
          </a:p>
          <a:p>
            <a:r>
              <a:t>DUT input dBm Mean</a:t>
            </a:r>
          </a:p>
          <a:p>
            <a:pPr lvl="1"/>
            <a:r>
              <a:t>5.0972915384835868</a:t>
            </a:r>
          </a:p>
          <a:p>
            <a:r>
              <a:t>RMS Error </a:t>
            </a:r>
          </a:p>
          <a:p>
            <a:pPr lvl="1"/>
            <a:r>
              <a:t>0.073374716678015012</a:t>
            </a:r>
          </a:p>
          <a:p>
            <a:r>
              <a:t>Max Error </a:t>
            </a:r>
          </a:p>
          <a:p>
            <a:pPr lvl="1"/>
            <a:r>
              <a:t>0.15053881169998551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GHz, 18.000000 dBm Output Power 1.90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19.443</a:t>
            </a:r>
          </a:p>
          <a:p>
            <a:pPr lvl="1"/>
            <a:r>
              <a:t>Sampler 2: 19.443</a:t>
            </a:r>
          </a:p>
          <a:p>
            <a:r>
              <a:t>Sampler Offset (rather than -1)</a:t>
            </a:r>
          </a:p>
          <a:p>
            <a:pPr lvl="1"/>
            <a:r>
              <a:t>-2.0154385983054794</a:t>
            </a:r>
          </a:p>
          <a:p>
            <a:r>
              <a:t>Goodness Of fit </a:t>
            </a:r>
          </a:p>
          <a:p>
            <a:pPr lvl="1"/>
            <a:r>
              <a:t>0.27217757203108855</a:t>
            </a:r>
          </a:p>
          <a:p>
            <a:r>
              <a:t>Sampler 1 Range</a:t>
            </a:r>
          </a:p>
          <a:p>
            <a:pPr lvl="1"/>
            <a:r>
              <a:t>0.040594893199999996</a:t>
            </a:r>
          </a:p>
          <a:p>
            <a:r>
              <a:t>Sampler 2 Range</a:t>
            </a:r>
          </a:p>
          <a:p>
            <a:pPr lvl="1"/>
            <a:r>
              <a:t>0.028321377000000002</a:t>
            </a:r>
          </a:p>
          <a:p>
            <a:r>
              <a:t>DUT output dBm Mean</a:t>
            </a:r>
          </a:p>
          <a:p>
            <a:pPr lvl="1"/>
            <a:r>
              <a:t>17.775126429823104</a:t>
            </a:r>
          </a:p>
          <a:p>
            <a:r>
              <a:t>DUT input dBm Mean</a:t>
            </a:r>
          </a:p>
          <a:p>
            <a:pPr lvl="1"/>
            <a:r>
              <a:t>7.4160910940391433</a:t>
            </a:r>
          </a:p>
          <a:p>
            <a:r>
              <a:t>RMS Error </a:t>
            </a:r>
          </a:p>
          <a:p>
            <a:pPr lvl="1"/>
            <a:r>
              <a:t>0.065130353172453609</a:t>
            </a:r>
          </a:p>
          <a:p>
            <a:r>
              <a:t>Max Error </a:t>
            </a:r>
          </a:p>
          <a:p>
            <a:pPr lvl="1"/>
            <a:r>
              <a:t>0.13165063997261489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10.90 GHz, 18.000000 dBm Output Power 1.90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15.450</a:t>
            </a:r>
          </a:p>
          <a:p>
            <a:pPr lvl="1"/>
            <a:r>
              <a:t>Sampler 2: 15.450</a:t>
            </a:r>
          </a:p>
          <a:p>
            <a:r>
              <a:t>Sampler Offset (rather than -1)</a:t>
            </a:r>
          </a:p>
          <a:p>
            <a:pPr lvl="1"/>
            <a:r>
              <a:t>-1.8002211423015289</a:t>
            </a:r>
          </a:p>
          <a:p>
            <a:r>
              <a:t>Goodness Of fit </a:t>
            </a:r>
          </a:p>
          <a:p>
            <a:pPr lvl="1"/>
            <a:r>
              <a:t>0.64484695899374</a:t>
            </a:r>
          </a:p>
          <a:p>
            <a:r>
              <a:t>Sampler 1 Range</a:t>
            </a:r>
          </a:p>
          <a:p>
            <a:pPr lvl="1"/>
            <a:r>
              <a:t>0.044446429100000004</a:t>
            </a:r>
          </a:p>
          <a:p>
            <a:r>
              <a:t>Sampler 2 Range</a:t>
            </a:r>
          </a:p>
          <a:p>
            <a:pPr lvl="1"/>
            <a:r>
              <a:t>0.027735474200000002</a:t>
            </a:r>
          </a:p>
          <a:p>
            <a:r>
              <a:t>DUT output dBm Mean</a:t>
            </a:r>
          </a:p>
          <a:p>
            <a:pPr lvl="1"/>
            <a:r>
              <a:t>17.815773608069183</a:t>
            </a:r>
          </a:p>
          <a:p>
            <a:r>
              <a:t>DUT input dBm Mean</a:t>
            </a:r>
          </a:p>
          <a:p>
            <a:pPr lvl="1"/>
            <a:r>
              <a:t>8.0554320769791001</a:t>
            </a:r>
          </a:p>
          <a:p>
            <a:r>
              <a:t>RMS Error </a:t>
            </a:r>
          </a:p>
          <a:p>
            <a:pPr lvl="1"/>
            <a:r>
              <a:t>0.095501734911885572</a:t>
            </a:r>
          </a:p>
          <a:p>
            <a:r>
              <a:t>Max Error </a:t>
            </a:r>
          </a:p>
          <a:p>
            <a:pPr lvl="1"/>
            <a:r>
              <a:t>0.15509306026480379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GHz, 22.000000 dBm Output Power 1.90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9.245</a:t>
            </a:r>
          </a:p>
          <a:p>
            <a:pPr lvl="1"/>
            <a:r>
              <a:t>Sampler 2: 9.245</a:t>
            </a:r>
          </a:p>
          <a:p>
            <a:r>
              <a:t>Sampler Offset (rather than -1)</a:t>
            </a:r>
          </a:p>
          <a:p>
            <a:pPr lvl="1"/>
            <a:r>
              <a:t>-1.5034859266945459</a:t>
            </a:r>
          </a:p>
          <a:p>
            <a:r>
              <a:t>Goodness Of fit </a:t>
            </a:r>
          </a:p>
          <a:p>
            <a:pPr lvl="1"/>
            <a:r>
              <a:t>0.40898924511227996</a:t>
            </a:r>
          </a:p>
          <a:p>
            <a:r>
              <a:t>Sampler 1 Range</a:t>
            </a:r>
          </a:p>
          <a:p>
            <a:pPr lvl="1"/>
            <a:r>
              <a:t>0.084210197799999997</a:t>
            </a:r>
          </a:p>
          <a:p>
            <a:r>
              <a:t>Sampler 2 Range</a:t>
            </a:r>
          </a:p>
          <a:p>
            <a:pPr lvl="1"/>
            <a:r>
              <a:t>0.059378589000000002</a:t>
            </a:r>
          </a:p>
          <a:p>
            <a:r>
              <a:t>DUT output dBm Mean</a:t>
            </a:r>
          </a:p>
          <a:p>
            <a:pPr lvl="1"/>
            <a:r>
              <a:t>21.794909676964103</a:t>
            </a:r>
          </a:p>
          <a:p>
            <a:r>
              <a:t>DUT input dBm Mean</a:t>
            </a:r>
          </a:p>
          <a:p>
            <a:pPr lvl="1"/>
            <a:r>
              <a:t>11.831456094039142</a:t>
            </a:r>
          </a:p>
          <a:p>
            <a:r>
              <a:t>RMS Error </a:t>
            </a:r>
          </a:p>
          <a:p>
            <a:pPr lvl="1"/>
            <a:r>
              <a:t>0.078789603446502932</a:t>
            </a:r>
          </a:p>
          <a:p>
            <a:r>
              <a:t>Max Error </a:t>
            </a:r>
          </a:p>
          <a:p>
            <a:pPr lvl="1"/>
            <a:r>
              <a:t>0.16129261101254977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.potx" id="{4DAAD9BA-8E58-4898-BC8A-99302C4F06E1}" vid="{BA943B1D-2A1C-434D-B720-D47753C609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1193</Words>
  <Application>Microsoft Office PowerPoint</Application>
  <PresentationFormat>Widescreen</PresentationFormat>
  <Paragraphs>399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Coupledline Compiled Data</vt:lpstr>
      <vt:lpstr>Coupled Line Performance At 9.90 GHz, 14.000000 dBm Output Power 1.72 V mean sampler bias</vt:lpstr>
      <vt:lpstr>Coupled Line Performance At 10.40 GHz, 14.000000 dBm Output Power 1.72 V mean sampler bias</vt:lpstr>
      <vt:lpstr>Coupled Line Performance At 10.40 GHz, 16.000000 dBm Output Power 1.72 V mean sampler bias</vt:lpstr>
      <vt:lpstr>Coupled Line Performance At 10.40 GHz, 18.000000 dBm Output Power 1.72 V mean sampler bias</vt:lpstr>
      <vt:lpstr>Coupled Line Performance At 10.90 GHz, 18.000000 dBm Output Power 1.72 V mean sampler bias</vt:lpstr>
      <vt:lpstr>Coupled Line Performance At 10.40 GHz, 22.000000 dBm Output Power 1.72 V mean sampler bias</vt:lpstr>
      <vt:lpstr>Coupled Line Performance At 10.90 GHz, 22.000000 dBm Output Power 1.72 V mean sampler bias</vt:lpstr>
      <vt:lpstr>Coupled Line Performance At 10.40 GHz, 14.000000 dBm Output Power 1.82 V mean sampler bias</vt:lpstr>
      <vt:lpstr>Coupled Line Performance At 10.40 GHz, 16.000000 dBm Output Power 1.82 V mean sampler bias</vt:lpstr>
      <vt:lpstr>Coupled Line Performance At 10.40 GHz, 18.000000 dBm Output Power 1.82 V mean sampler bias</vt:lpstr>
      <vt:lpstr>Coupled Line Performance At 10.90 GHz, 18.000000 dBm Output Power 1.82 V mean sampler bias</vt:lpstr>
      <vt:lpstr>Coupled Line Performance At 10.40 GHz, 22.000000 dBm Output Power 1.82 V mean sampler bias</vt:lpstr>
      <vt:lpstr>Coupled Line Performance At 10.90 GHz, 22.000000 dBm Output Power 1.82 V mean sampler bias</vt:lpstr>
      <vt:lpstr>Coupled Line Performance At 10.40 GHz, 14.000000 dBm Output Power 1.90 V mean sampler bias</vt:lpstr>
      <vt:lpstr>Coupled Line Performance At 10.40 GHz, 16.000000 dBm Output Power 1.90 V mean sampler bias</vt:lpstr>
      <vt:lpstr>Coupled Line Performance At 10.40 GHz, 18.000000 dBm Output Power 1.90 V mean sampler bias</vt:lpstr>
      <vt:lpstr>Coupled Line Performance At 10.90 GHz, 18.000000 dBm Output Power 1.90 V mean sampler bias</vt:lpstr>
      <vt:lpstr>Coupled Line Performance At 10.40 GHz, 22.000000 dBm Output Power 1.90 V mean sampler bias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9</cp:revision>
  <dcterms:created xsi:type="dcterms:W3CDTF">2014-10-29T15:36:00Z</dcterms:created>
  <dcterms:modified xsi:type="dcterms:W3CDTF">2025-11-17T18:47:48Z</dcterms:modified>
</cp:coreProperties>
</file>