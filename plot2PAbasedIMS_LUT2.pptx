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removePersonalInfoOnSave="1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10" y="4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 ?>
<Relationships xmlns="http://schemas.openxmlformats.org/package/2006/relationships">
  <Relationship Id="rId1" Target="slideMasters/slideMaster1.xml" Type="http://schemas.openxmlformats.org/officeDocument/2006/relationships/slideMaster"/>
  <Relationship Id="rId10" Target="slides/slide5.xml" Type="http://schemas.openxmlformats.org/officeDocument/2006/relationships/slide"/>
  <Relationship Id="rId11" Target="slides/slide6.xml" Type="http://schemas.openxmlformats.org/officeDocument/2006/relationships/slide"/>
  <Relationship Id="rId12" Target="slides/slide7.xml" Type="http://schemas.openxmlformats.org/officeDocument/2006/relationships/slide"/>
  <Relationship Id="rId2" Target="presProps.xml" Type="http://schemas.openxmlformats.org/officeDocument/2006/relationships/presProps"/>
  <Relationship Id="rId3" Target="viewProps.xml" Type="http://schemas.openxmlformats.org/officeDocument/2006/relationships/viewProps"/>
  <Relationship Id="rId4" Target="theme/theme1.xml" Type="http://schemas.openxmlformats.org/officeDocument/2006/relationships/theme"/>
  <Relationship Id="rId5" Target="tableStyles.xml" Type="http://schemas.openxmlformats.org/officeDocument/2006/relationships/tableStyles"/>
  <Relationship Id="rId6" Target="slides/slide1.xml" Type="http://schemas.openxmlformats.org/officeDocument/2006/relationships/slide"/>
  <Relationship Id="rId7" Target="slides/slide2.xml" Type="http://schemas.openxmlformats.org/officeDocument/2006/relationships/slide"/>
  <Relationship Id="rId8" Target="slides/slide3.xml" Type="http://schemas.openxmlformats.org/officeDocument/2006/relationships/slide"/>
  <Relationship Id="rId9" Target="slides/slide4.xml" Type="http://schemas.openxmlformats.org/officeDocument/2006/relationships/slide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984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773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Left Content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ight Content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Left Text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Left Content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ight Text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Right Content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8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705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841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033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344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169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028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5455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able"/>
          <p:cNvSpPr>
            <a:spLocks noGrp="1"/>
          </p:cNvSpPr>
          <p:nvPr>
            <p:ph type="tbl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5135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475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607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
<Relationships xmlns="http://schemas.openxmlformats.org/package/2006/relationships">
  <Relationship Id="rId1" Target="../slideLayouts/slideLayout1.xml" Type="http://schemas.openxmlformats.org/officeDocument/2006/relationships/slideLayout"/>
</Relationships>

</file>

<file path=ppt/slides/_rels/slide2.xml.rels><?xml version="1.0" encoding="UTF-8" standalone="yes" ?>
<Relationships xmlns="http://schemas.openxmlformats.org/package/2006/relationships">
  <Relationship Id="rId1" Target="../slideLayouts/slideLayout4.xml" Type="http://schemas.openxmlformats.org/officeDocument/2006/relationships/slideLayout"/>
  <Relationship Id="rId2" Target="../media/42529ac9-fa1c-4658-844b-40ed4d19fa67.png" Type="http://schemas.openxmlformats.org/officeDocument/2006/relationships/image"/>
</Relationships>

</file>

<file path=ppt/slides/_rels/slide3.xml.rels><?xml version="1.0" encoding="UTF-8" standalone="yes" ?>
<Relationships xmlns="http://schemas.openxmlformats.org/package/2006/relationships">
  <Relationship Id="rId1" Target="../slideLayouts/slideLayout4.xml" Type="http://schemas.openxmlformats.org/officeDocument/2006/relationships/slideLayout"/>
  <Relationship Id="rId2" Target="../media/bc13aade-508e-481e-9d89-6600e8c856d2.png" Type="http://schemas.openxmlformats.org/officeDocument/2006/relationships/image"/>
</Relationships>

</file>

<file path=ppt/slides/_rels/slide4.xml.rels><?xml version="1.0" encoding="UTF-8" standalone="yes" ?>
<Relationships xmlns="http://schemas.openxmlformats.org/package/2006/relationships">
  <Relationship Id="rId1" Target="../slideLayouts/slideLayout4.xml" Type="http://schemas.openxmlformats.org/officeDocument/2006/relationships/slideLayout"/>
  <Relationship Id="rId2" Target="../media/f2dabddf-b979-4a34-8522-2afe5eb70482.png" Type="http://schemas.openxmlformats.org/officeDocument/2006/relationships/image"/>
</Relationships>

</file>

<file path=ppt/slides/_rels/slide5.xml.rels><?xml version="1.0" encoding="UTF-8" standalone="yes" ?>
<Relationships xmlns="http://schemas.openxmlformats.org/package/2006/relationships">
  <Relationship Id="rId1" Target="../slideLayouts/slideLayout4.xml" Type="http://schemas.openxmlformats.org/officeDocument/2006/relationships/slideLayout"/>
  <Relationship Id="rId2" Target="../media/d932c7eb-3502-4dcd-9bf8-a7745bf53cbe.png" Type="http://schemas.openxmlformats.org/officeDocument/2006/relationships/image"/>
</Relationships>

</file>

<file path=ppt/slides/_rels/slide6.xml.rels><?xml version="1.0" encoding="UTF-8" standalone="yes" ?>
<Relationships xmlns="http://schemas.openxmlformats.org/package/2006/relationships">
  <Relationship Id="rId1" Target="../slideLayouts/slideLayout4.xml" Type="http://schemas.openxmlformats.org/officeDocument/2006/relationships/slideLayout"/>
  <Relationship Id="rId2" Target="../media/38de66cc-7210-4fa9-b589-ab0d9db86e03.png" Type="http://schemas.openxmlformats.org/officeDocument/2006/relationships/image"/>
</Relationships>

</file>

<file path=ppt/slides/_rels/slide7.xml.rels><?xml version="1.0" encoding="UTF-8" standalone="yes" ?>
<Relationships xmlns="http://schemas.openxmlformats.org/package/2006/relationships">
  <Relationship Id="rId1" Target="../slideLayouts/slideLayout4.xml" Type="http://schemas.openxmlformats.org/officeDocument/2006/relationships/slideLayout"/>
  <Relationship Id="rId2" Target="../media/7589849f-255c-42cb-9e0b-809eafb17b7a.png" Type="http://schemas.openxmlformats.org/officeDocument/2006/relationships/image"/>
</Relationships>
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/>
          <a:p>
            <a:r>
              <a:t>Coupledline Compiled Data</a:t>
            </a:r>
          </a:p>
        </p:txBody>
      </p:sp>
      <p:sp>
        <p:nvSpPr>
          <p:cNvPr id="3" name="Subtitle"/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endParaRPr/>
          </a:p>
        </p:txBody>
      </p:sp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984289"/>
      </p:ext>
    </p:extLst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10.70 GHz, 16.000000 dBm Output Power 1.60 V mean sampler bias</a:t>
            </a:r>
          </a:p>
        </p:txBody>
      </p:sp>
      <p:pic>
        <p:nvPicPr>
          <p:cNvPr id="3" name="Left Content"/>
          <p:cNvPicPr>
            <a:picLocks noChangeAspect="1" noGrp="1"/>
          </p:cNvPicPr>
          <p:nvPr>
            <p:ph idx="1" sz="half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749"/>
            <a:ext cx="5181600" cy="3885089"/>
          </a:xfrm>
          <a:prstGeom prst="rect"/>
        </p:spPr>
      </p:pic>
      <p:sp>
        <p:nvSpPr>
          <p:cNvPr id="4" name="Right Content"/>
          <p:cNvSpPr>
            <a:spLocks noGrp="1"/>
          </p:cNvSpPr>
          <p:nvPr>
            <p:ph idx="2" sz="half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t>Sampler Av </a:t>
            </a:r>
          </a:p>
          <a:p>
            <a:pPr lvl="1"/>
            <a:r>
              <a:t>Sampler 1: 30.244</a:t>
            </a:r>
          </a:p>
          <a:p>
            <a:pPr lvl="1"/>
            <a:r>
              <a:t>Sampler 2: 30.244</a:t>
            </a:r>
          </a:p>
          <a:p>
            <a:r>
              <a:t>Sampler Offset (rather than -1)</a:t>
            </a:r>
          </a:p>
          <a:p>
            <a:pPr lvl="1"/>
            <a:r>
              <a:t>-2.8982236290740651</a:t>
            </a:r>
          </a:p>
          <a:p>
            <a:r>
              <a:t>Goodness Of fit </a:t>
            </a:r>
          </a:p>
          <a:p>
            <a:pPr lvl="1"/>
            <a:r>
              <a:t>0.13726480564411167</a:t>
            </a:r>
          </a:p>
          <a:p>
            <a:r>
              <a:t>Sampler 1 Range</a:t>
            </a:r>
          </a:p>
          <a:p>
            <a:pPr lvl="1"/>
            <a:r>
              <a:t>0.0322563778</a:t>
            </a:r>
          </a:p>
          <a:p>
            <a:r>
              <a:t>Sampler 2 Range</a:t>
            </a:r>
          </a:p>
          <a:p>
            <a:pPr lvl="1"/>
            <a:r>
              <a:t>0.023383050400000001</a:t>
            </a:r>
          </a:p>
          <a:p>
            <a:r>
              <a:t>DUT output dBm Mean</a:t>
            </a:r>
          </a:p>
          <a:p>
            <a:pPr lvl="1"/>
            <a:r>
              <a:t>16.680004934490753</a:t>
            </a:r>
          </a:p>
          <a:p>
            <a:r>
              <a:t>DUT input dBm Mean</a:t>
            </a:r>
          </a:p>
          <a:p>
            <a:pPr lvl="1"/>
            <a:r>
              <a:t>5.1249169109238206</a:t>
            </a:r>
          </a:p>
          <a:p>
            <a:r>
              <a:t>RMS Error </a:t>
            </a:r>
          </a:p>
          <a:p>
            <a:pPr lvl="1"/>
            <a:r>
              <a:t>0.06775670072449283</a:t>
            </a:r>
          </a:p>
          <a:p>
            <a:r>
              <a:t>Max Error </a:t>
            </a:r>
          </a:p>
          <a:p>
            <a:pPr lvl="1"/>
            <a:r>
              <a:t>0.096008164762975579</a:t>
            </a:r>
          </a:p>
        </p:txBody>
      </p:sp>
      <p:sp>
        <p:nvSpPr>
          <p:cNvPr id="5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10.40 GHz, 16.000000 dBm Output Power 1.70 V mean sampler bias</a:t>
            </a:r>
          </a:p>
        </p:txBody>
      </p:sp>
      <p:pic>
        <p:nvPicPr>
          <p:cNvPr id="3" name="Left Content"/>
          <p:cNvPicPr>
            <a:picLocks noChangeAspect="1" noGrp="1"/>
          </p:cNvPicPr>
          <p:nvPr>
            <p:ph idx="1" sz="half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749"/>
            <a:ext cx="5181600" cy="3885089"/>
          </a:xfrm>
          <a:prstGeom prst="rect"/>
        </p:spPr>
      </p:pic>
      <p:sp>
        <p:nvSpPr>
          <p:cNvPr id="4" name="Right Content"/>
          <p:cNvSpPr>
            <a:spLocks noGrp="1"/>
          </p:cNvSpPr>
          <p:nvPr>
            <p:ph idx="2" sz="half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t>Sampler Av </a:t>
            </a:r>
          </a:p>
          <a:p>
            <a:pPr lvl="1"/>
            <a:r>
              <a:t>Sampler 1: 37.231</a:t>
            </a:r>
          </a:p>
          <a:p>
            <a:pPr lvl="1"/>
            <a:r>
              <a:t>Sampler 2: 37.231</a:t>
            </a:r>
          </a:p>
          <a:p>
            <a:r>
              <a:t>Sampler Offset (rather than -1)</a:t>
            </a:r>
          </a:p>
          <a:p>
            <a:pPr lvl="1"/>
            <a:r>
              <a:t>-3.1788284378201692</a:t>
            </a:r>
          </a:p>
          <a:p>
            <a:r>
              <a:t>Goodness Of fit </a:t>
            </a:r>
          </a:p>
          <a:p>
            <a:pPr lvl="1"/>
            <a:r>
              <a:t>0.12166907202065433</a:t>
            </a:r>
          </a:p>
          <a:p>
            <a:r>
              <a:t>Sampler 1 Range</a:t>
            </a:r>
          </a:p>
          <a:p>
            <a:pPr lvl="1"/>
            <a:r>
              <a:t>0.027417510100000004</a:t>
            </a:r>
          </a:p>
          <a:p>
            <a:r>
              <a:t>Sampler 2 Range</a:t>
            </a:r>
          </a:p>
          <a:p>
            <a:pPr lvl="1"/>
            <a:r>
              <a:t>0.0218747223</a:t>
            </a:r>
          </a:p>
          <a:p>
            <a:r>
              <a:t>DUT output dBm Mean</a:t>
            </a:r>
          </a:p>
          <a:p>
            <a:pPr lvl="1"/>
            <a:r>
              <a:t>16.114601790934213</a:t>
            </a:r>
          </a:p>
          <a:p>
            <a:r>
              <a:t>DUT input dBm Mean</a:t>
            </a:r>
          </a:p>
          <a:p>
            <a:pPr lvl="1"/>
            <a:r>
              <a:t>4.332699205150254</a:t>
            </a:r>
          </a:p>
          <a:p>
            <a:r>
              <a:t>RMS Error </a:t>
            </a:r>
          </a:p>
          <a:p>
            <a:pPr lvl="1"/>
            <a:r>
              <a:t>0.045621461802833829</a:t>
            </a:r>
          </a:p>
          <a:p>
            <a:r>
              <a:t>Max Error </a:t>
            </a:r>
          </a:p>
          <a:p>
            <a:pPr lvl="1"/>
            <a:r>
              <a:t>0.084723703189411748</a:t>
            </a:r>
          </a:p>
        </p:txBody>
      </p:sp>
      <p:sp>
        <p:nvSpPr>
          <p:cNvPr id="5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10.70 GHz, 16.000000 dBm Output Power 1.70 V mean sampler bias</a:t>
            </a:r>
          </a:p>
        </p:txBody>
      </p:sp>
      <p:pic>
        <p:nvPicPr>
          <p:cNvPr id="3" name="Left Content"/>
          <p:cNvPicPr>
            <a:picLocks noChangeAspect="1" noGrp="1"/>
          </p:cNvPicPr>
          <p:nvPr>
            <p:ph idx="1" sz="half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749"/>
            <a:ext cx="5181600" cy="3885089"/>
          </a:xfrm>
          <a:prstGeom prst="rect"/>
        </p:spPr>
      </p:pic>
      <p:sp>
        <p:nvSpPr>
          <p:cNvPr id="4" name="Right Content"/>
          <p:cNvSpPr>
            <a:spLocks noGrp="1"/>
          </p:cNvSpPr>
          <p:nvPr>
            <p:ph idx="2" sz="half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t>Sampler Av </a:t>
            </a:r>
          </a:p>
          <a:p>
            <a:pPr lvl="1"/>
            <a:r>
              <a:t>Sampler 1: 31.670</a:t>
            </a:r>
          </a:p>
          <a:p>
            <a:pPr lvl="1"/>
            <a:r>
              <a:t>Sampler 2: 31.670</a:t>
            </a:r>
          </a:p>
          <a:p>
            <a:r>
              <a:t>Sampler Offset (rather than -1)</a:t>
            </a:r>
          </a:p>
          <a:p>
            <a:pPr lvl="1"/>
            <a:r>
              <a:t>-3.0357092819182823</a:t>
            </a:r>
          </a:p>
          <a:p>
            <a:r>
              <a:t>Goodness Of fit </a:t>
            </a:r>
          </a:p>
          <a:p>
            <a:pPr lvl="1"/>
            <a:r>
              <a:t>0.098059182482942708</a:t>
            </a:r>
          </a:p>
          <a:p>
            <a:r>
              <a:t>Sampler 1 Range</a:t>
            </a:r>
          </a:p>
          <a:p>
            <a:pPr lvl="1"/>
            <a:r>
              <a:t>0.032770451300000003</a:t>
            </a:r>
          </a:p>
          <a:p>
            <a:r>
              <a:t>Sampler 2 Range</a:t>
            </a:r>
          </a:p>
          <a:p>
            <a:pPr lvl="1"/>
            <a:r>
              <a:t>0.022969365299999999</a:t>
            </a:r>
          </a:p>
          <a:p>
            <a:r>
              <a:t>DUT output dBm Mean</a:t>
            </a:r>
          </a:p>
          <a:p>
            <a:pPr lvl="1"/>
            <a:r>
              <a:t>16.666860184490751</a:t>
            </a:r>
          </a:p>
          <a:p>
            <a:r>
              <a:t>DUT input dBm Mean</a:t>
            </a:r>
          </a:p>
          <a:p>
            <a:pPr lvl="1"/>
            <a:r>
              <a:t>5.1823639109238213</a:t>
            </a:r>
          </a:p>
          <a:p>
            <a:r>
              <a:t>RMS Error </a:t>
            </a:r>
          </a:p>
          <a:p>
            <a:pPr lvl="1"/>
            <a:r>
              <a:t>0.055514560496422602</a:t>
            </a:r>
          </a:p>
          <a:p>
            <a:r>
              <a:t>Max Error </a:t>
            </a:r>
          </a:p>
          <a:p>
            <a:pPr lvl="1"/>
            <a:r>
              <a:t>0.079508735041993878</a:t>
            </a:r>
          </a:p>
        </p:txBody>
      </p:sp>
      <p:sp>
        <p:nvSpPr>
          <p:cNvPr id="5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10.40 GHz, 14.000000 dBm Output Power 1.77 V mean sampler bias</a:t>
            </a:r>
          </a:p>
        </p:txBody>
      </p:sp>
      <p:pic>
        <p:nvPicPr>
          <p:cNvPr id="3" name="Left Content"/>
          <p:cNvPicPr>
            <a:picLocks noChangeAspect="1" noGrp="1"/>
          </p:cNvPicPr>
          <p:nvPr>
            <p:ph idx="1" sz="half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749"/>
            <a:ext cx="5181600" cy="3885089"/>
          </a:xfrm>
          <a:prstGeom prst="rect"/>
        </p:spPr>
      </p:pic>
      <p:sp>
        <p:nvSpPr>
          <p:cNvPr id="4" name="Right Content"/>
          <p:cNvSpPr>
            <a:spLocks noGrp="1"/>
          </p:cNvSpPr>
          <p:nvPr>
            <p:ph idx="2" sz="half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t>Sampler Av </a:t>
            </a:r>
          </a:p>
          <a:p>
            <a:pPr lvl="1"/>
            <a:r>
              <a:t>Sampler 1: 46.838</a:t>
            </a:r>
          </a:p>
          <a:p>
            <a:pPr lvl="1"/>
            <a:r>
              <a:t>Sampler 2: 46.838</a:t>
            </a:r>
          </a:p>
          <a:p>
            <a:r>
              <a:t>Sampler Offset (rather than -1)</a:t>
            </a:r>
          </a:p>
          <a:p>
            <a:pPr lvl="1"/>
            <a:r>
              <a:t>-3.5531356580609259</a:t>
            </a:r>
          </a:p>
          <a:p>
            <a:r>
              <a:t>Goodness Of fit </a:t>
            </a:r>
          </a:p>
          <a:p>
            <a:pPr lvl="1"/>
            <a:r>
              <a:t>0.22892641562124227</a:t>
            </a:r>
          </a:p>
          <a:p>
            <a:r>
              <a:t>Sampler 1 Range</a:t>
            </a:r>
          </a:p>
          <a:p>
            <a:pPr lvl="1"/>
            <a:r>
              <a:t>0.020136884099999995</a:t>
            </a:r>
          </a:p>
          <a:p>
            <a:r>
              <a:t>Sampler 2 Range</a:t>
            </a:r>
          </a:p>
          <a:p>
            <a:pPr lvl="1"/>
            <a:r>
              <a:t>0.015745912000000001</a:t>
            </a:r>
          </a:p>
          <a:p>
            <a:r>
              <a:t>DUT output dBm Mean</a:t>
            </a:r>
          </a:p>
          <a:p>
            <a:pPr lvl="1"/>
            <a:r>
              <a:t>14.529609796489771</a:t>
            </a:r>
          </a:p>
          <a:p>
            <a:r>
              <a:t>DUT input dBm Mean</a:t>
            </a:r>
          </a:p>
          <a:p>
            <a:pPr lvl="1"/>
            <a:r>
              <a:t>2.9089016773724761</a:t>
            </a:r>
          </a:p>
          <a:p>
            <a:r>
              <a:t>RMS Error </a:t>
            </a:r>
          </a:p>
          <a:p>
            <a:pPr lvl="1"/>
            <a:r>
              <a:t>0.044177016263585292</a:t>
            </a:r>
          </a:p>
          <a:p>
            <a:r>
              <a:t>Max Error </a:t>
            </a:r>
          </a:p>
          <a:p>
            <a:pPr lvl="1"/>
            <a:r>
              <a:t>0.093374293202553471</a:t>
            </a:r>
          </a:p>
        </p:txBody>
      </p:sp>
      <p:sp>
        <p:nvSpPr>
          <p:cNvPr id="5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10.40 GHz, 14.000000 dBm Output Power 1.90 V mean sampler bias</a:t>
            </a:r>
          </a:p>
        </p:txBody>
      </p:sp>
      <p:pic>
        <p:nvPicPr>
          <p:cNvPr id="3" name="Left Content"/>
          <p:cNvPicPr>
            <a:picLocks noChangeAspect="1" noGrp="1"/>
          </p:cNvPicPr>
          <p:nvPr>
            <p:ph idx="1" sz="half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749"/>
            <a:ext cx="5181600" cy="3885089"/>
          </a:xfrm>
          <a:prstGeom prst="rect"/>
        </p:spPr>
      </p:pic>
      <p:sp>
        <p:nvSpPr>
          <p:cNvPr id="4" name="Right Content"/>
          <p:cNvSpPr>
            <a:spLocks noGrp="1"/>
          </p:cNvSpPr>
          <p:nvPr>
            <p:ph idx="2" sz="half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t>Sampler Av </a:t>
            </a:r>
          </a:p>
          <a:p>
            <a:pPr lvl="1"/>
            <a:r>
              <a:t>Sampler 1: 35.896</a:t>
            </a:r>
          </a:p>
          <a:p>
            <a:pPr lvl="1"/>
            <a:r>
              <a:t>Sampler 2: 35.896</a:t>
            </a:r>
          </a:p>
          <a:p>
            <a:r>
              <a:t>Sampler Offset (rather than -1)</a:t>
            </a:r>
          </a:p>
          <a:p>
            <a:pPr lvl="1"/>
            <a:r>
              <a:t>-2.9094700410891789</a:t>
            </a:r>
          </a:p>
          <a:p>
            <a:r>
              <a:t>Goodness Of fit </a:t>
            </a:r>
          </a:p>
          <a:p>
            <a:pPr lvl="1"/>
            <a:r>
              <a:t>0.15880688763425119</a:t>
            </a:r>
          </a:p>
          <a:p>
            <a:r>
              <a:t>Sampler 1 Range</a:t>
            </a:r>
          </a:p>
          <a:p>
            <a:pPr lvl="1"/>
            <a:r>
              <a:t>0.021863913499999998</a:t>
            </a:r>
          </a:p>
          <a:p>
            <a:r>
              <a:t>Sampler 2 Range</a:t>
            </a:r>
          </a:p>
          <a:p>
            <a:pPr lvl="1"/>
            <a:r>
              <a:t>0.015776935499999999</a:t>
            </a:r>
          </a:p>
          <a:p>
            <a:r>
              <a:t>DUT output dBm Mean</a:t>
            </a:r>
          </a:p>
          <a:p>
            <a:pPr lvl="1"/>
            <a:r>
              <a:t>14.771196613156434</a:t>
            </a:r>
          </a:p>
          <a:p>
            <a:r>
              <a:t>DUT input dBm Mean</a:t>
            </a:r>
          </a:p>
          <a:p>
            <a:pPr lvl="1"/>
            <a:r>
              <a:t>4.1084757051502541</a:t>
            </a:r>
          </a:p>
          <a:p>
            <a:r>
              <a:t>RMS Error </a:t>
            </a:r>
          </a:p>
          <a:p>
            <a:pPr lvl="1"/>
            <a:r>
              <a:t>0.048338080601732385</a:t>
            </a:r>
          </a:p>
          <a:p>
            <a:r>
              <a:t>Max Error </a:t>
            </a:r>
          </a:p>
          <a:p>
            <a:pPr lvl="1"/>
            <a:r>
              <a:t>0.097169983164696438</a:t>
            </a:r>
          </a:p>
        </p:txBody>
      </p:sp>
      <p:sp>
        <p:nvSpPr>
          <p:cNvPr id="5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10.70 GHz, 16.000000 dBm Output Power 2.00 V mean sampler bias</a:t>
            </a:r>
          </a:p>
        </p:txBody>
      </p:sp>
      <p:pic>
        <p:nvPicPr>
          <p:cNvPr id="3" name="Left Content"/>
          <p:cNvPicPr>
            <a:picLocks noChangeAspect="1" noGrp="1"/>
          </p:cNvPicPr>
          <p:nvPr>
            <p:ph idx="1" sz="half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749"/>
            <a:ext cx="5181600" cy="3885089"/>
          </a:xfrm>
          <a:prstGeom prst="rect"/>
        </p:spPr>
      </p:pic>
      <p:sp>
        <p:nvSpPr>
          <p:cNvPr id="4" name="Right Content"/>
          <p:cNvSpPr>
            <a:spLocks noGrp="1"/>
          </p:cNvSpPr>
          <p:nvPr>
            <p:ph idx="2" sz="half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t>Sampler Av </a:t>
            </a:r>
          </a:p>
          <a:p>
            <a:pPr lvl="1"/>
            <a:r>
              <a:t>Sampler 1: 28.631</a:t>
            </a:r>
          </a:p>
          <a:p>
            <a:pPr lvl="1"/>
            <a:r>
              <a:t>Sampler 2: 28.631</a:t>
            </a:r>
          </a:p>
          <a:p>
            <a:r>
              <a:t>Sampler Offset (rather than -1)</a:t>
            </a:r>
          </a:p>
          <a:p>
            <a:pPr lvl="1"/>
            <a:r>
              <a:t>-3.0906726450794464</a:t>
            </a:r>
          </a:p>
          <a:p>
            <a:r>
              <a:t>Goodness Of fit </a:t>
            </a:r>
          </a:p>
          <a:p>
            <a:pPr lvl="1"/>
            <a:r>
              <a:t>0.12387708155638631</a:t>
            </a:r>
          </a:p>
          <a:p>
            <a:r>
              <a:t>Sampler 1 Range</a:t>
            </a:r>
          </a:p>
          <a:p>
            <a:pPr lvl="1"/>
            <a:r>
              <a:t>0.037890231099999998</a:t>
            </a:r>
          </a:p>
          <a:p>
            <a:r>
              <a:t>Sampler 2 Range</a:t>
            </a:r>
          </a:p>
          <a:p>
            <a:pPr lvl="1"/>
            <a:r>
              <a:t>0.021460514099999998</a:t>
            </a:r>
          </a:p>
          <a:p>
            <a:r>
              <a:t>DUT output dBm Mean</a:t>
            </a:r>
          </a:p>
          <a:p>
            <a:pPr lvl="1"/>
            <a:r>
              <a:t>16.900318334490752</a:t>
            </a:r>
          </a:p>
          <a:p>
            <a:r>
              <a:t>DUT input dBm Mean</a:t>
            </a:r>
          </a:p>
          <a:p>
            <a:pPr lvl="1"/>
            <a:r>
              <a:t>7.7327795775904882</a:t>
            </a:r>
          </a:p>
          <a:p>
            <a:r>
              <a:t>RMS Error </a:t>
            </a:r>
          </a:p>
          <a:p>
            <a:pPr lvl="1"/>
            <a:r>
              <a:t>0.064963244685192351</a:t>
            </a:r>
          </a:p>
          <a:p>
            <a:r>
              <a:t>Max Error </a:t>
            </a:r>
          </a:p>
          <a:p>
            <a:pPr lvl="1"/>
            <a:r>
              <a:t>0.090442606133943504</a:t>
            </a:r>
          </a:p>
        </p:txBody>
      </p:sp>
      <p:sp>
        <p:nvSpPr>
          <p:cNvPr id="5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fault.potx" id="{4DAAD9BA-8E58-4898-BC8A-99302C4F06E1}" vid="{BA943B1D-2A1C-434D-B720-D47753C6092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Calibri Light</vt:lpstr>
      <vt:lpstr>Office Theme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9</cp:revision>
  <dcterms:created xsi:type="dcterms:W3CDTF">2014-10-29T15:36:00Z</dcterms:created>
  <dcterms:modified xsi:type="dcterms:W3CDTF">2019-03-21T19:04:45Z</dcterms:modified>
</cp:coreProperties>
</file>